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0" r:id="rId1"/>
    <p:sldMasterId id="2147483681" r:id="rId2"/>
  </p:sldMasterIdLst>
  <p:notesMasterIdLst>
    <p:notesMasterId r:id="rId10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5143500" type="screen16x9"/>
  <p:notesSz cx="6858000" cy="9144000"/>
  <p:embeddedFontLst>
    <p:embeddedFont>
      <p:font typeface="Abril Fatface" panose="02000503000000020003" pitchFamily="2" charset="77"/>
      <p:regular r:id="rId11"/>
    </p:embeddedFont>
    <p:embeddedFont>
      <p:font typeface="Barlow Condensed" panose="00000506000000000000" pitchFamily="2" charset="77"/>
      <p:regular r:id="rId12"/>
      <p:bold r:id="rId13"/>
      <p:italic r:id="rId14"/>
      <p:boldItalic r:id="rId15"/>
    </p:embeddedFont>
    <p:embeddedFont>
      <p:font typeface="DM Sans" pitchFamily="2" charset="77"/>
      <p:regular r:id="rId16"/>
      <p:bold r:id="rId17"/>
      <p:italic r:id="rId18"/>
      <p:boldItalic r:id="rId19"/>
    </p:embeddedFont>
    <p:embeddedFont>
      <p:font typeface="Griffy" panose="02000000000000000000" pitchFamily="2" charset="0"/>
      <p:regular r:id="rId20"/>
    </p:embeddedFont>
    <p:embeddedFont>
      <p:font typeface="Homemade Apple" panose="02000000000000000000" pitchFamily="2" charset="0"/>
      <p:regular r:id="rId21"/>
    </p:embeddedFont>
    <p:embeddedFont>
      <p:font typeface="Lato" panose="020F0502020204030203" pitchFamily="34" charset="0"/>
      <p:regular r:id="rId22"/>
      <p:bold r:id="rId23"/>
      <p:italic r:id="rId24"/>
      <p:boldItalic r:id="rId25"/>
    </p:embeddedFont>
    <p:embeddedFont>
      <p:font typeface="Lato Light" panose="020F0502020204030203" pitchFamily="34" charset="0"/>
      <p:regular r:id="rId26"/>
      <p:italic r:id="rId27"/>
    </p:embeddedFont>
    <p:embeddedFont>
      <p:font typeface="Lexend Deca SemiBold" pitchFamily="2" charset="77"/>
      <p:regular r:id="rId28"/>
      <p:bold r:id="rId29"/>
    </p:embeddedFont>
    <p:embeddedFont>
      <p:font typeface="Poppins" panose="00000500000000000000" pitchFamily="2" charset="77"/>
      <p:regular r:id="rId30"/>
      <p:bold r:id="rId31"/>
      <p:italic r:id="rId32"/>
      <p:boldItalic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681"/>
  </p:normalViewPr>
  <p:slideViewPr>
    <p:cSldViewPr snapToGrid="0">
      <p:cViewPr varScale="1">
        <p:scale>
          <a:sx n="117" d="100"/>
          <a:sy n="117" d="100"/>
        </p:scale>
        <p:origin x="176" y="7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26" Type="http://schemas.openxmlformats.org/officeDocument/2006/relationships/font" Target="fonts/font16.fntdata"/><Relationship Id="rId21" Type="http://schemas.openxmlformats.org/officeDocument/2006/relationships/font" Target="fonts/font11.fntdata"/><Relationship Id="rId34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font" Target="fonts/font15.fntdata"/><Relationship Id="rId33" Type="http://schemas.openxmlformats.org/officeDocument/2006/relationships/font" Target="fonts/font23.fntdata"/><Relationship Id="rId2" Type="http://schemas.openxmlformats.org/officeDocument/2006/relationships/slideMaster" Target="slideMasters/slideMaster2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29" Type="http://schemas.openxmlformats.org/officeDocument/2006/relationships/font" Target="fonts/font1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font" Target="fonts/font1.fntdata"/><Relationship Id="rId24" Type="http://schemas.openxmlformats.org/officeDocument/2006/relationships/font" Target="fonts/font14.fntdata"/><Relationship Id="rId32" Type="http://schemas.openxmlformats.org/officeDocument/2006/relationships/font" Target="fonts/font22.fntdata"/><Relationship Id="rId37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font" Target="fonts/font5.fntdata"/><Relationship Id="rId23" Type="http://schemas.openxmlformats.org/officeDocument/2006/relationships/font" Target="fonts/font13.fntdata"/><Relationship Id="rId28" Type="http://schemas.openxmlformats.org/officeDocument/2006/relationships/font" Target="fonts/font18.fntdata"/><Relationship Id="rId36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31" Type="http://schemas.openxmlformats.org/officeDocument/2006/relationships/font" Target="fonts/font21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4.fntdata"/><Relationship Id="rId22" Type="http://schemas.openxmlformats.org/officeDocument/2006/relationships/font" Target="fonts/font12.fntdata"/><Relationship Id="rId27" Type="http://schemas.openxmlformats.org/officeDocument/2006/relationships/font" Target="fonts/font17.fntdata"/><Relationship Id="rId30" Type="http://schemas.openxmlformats.org/officeDocument/2006/relationships/font" Target="fonts/font20.fntdata"/><Relationship Id="rId35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ae24f25aa9_1_59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ae24f25aa9_1_59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ae24f25aa9_1_55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3ae24f25aa9_1_55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ae24f25aa9_1_75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3ae24f25aa9_1_75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ae24f25aa9_1_67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3ae24f25aa9_1_67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ae24f25aa9_1_74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3ae24f25aa9_1_74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38100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ae24f25aa9_1_74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3ae24f25aa9_1_74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b="1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ae24f25aa9_1_74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3ae24f25aa9_1_74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hyperlink" Target="https://www.facebook.com/SlidesManiaSM/" TargetMode="External"/><Relationship Id="rId7" Type="http://schemas.openxmlformats.org/officeDocument/2006/relationships/hyperlink" Target="https://www.pinterest.com/slidesmania/" TargetMode="External"/><Relationship Id="rId2" Type="http://schemas.openxmlformats.org/officeDocument/2006/relationships/hyperlink" Target="https://slidesmania.com/questions-powerpoint-google-slides/can-i-use-these-templates/" TargetMode="External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2.png"/><Relationship Id="rId11" Type="http://schemas.openxmlformats.org/officeDocument/2006/relationships/image" Target="../media/image5.png"/><Relationship Id="rId5" Type="http://schemas.openxmlformats.org/officeDocument/2006/relationships/hyperlink" Target="https://twitter.com/SlidesManiaSM/" TargetMode="External"/><Relationship Id="rId10" Type="http://schemas.openxmlformats.org/officeDocument/2006/relationships/image" Target="../media/image4.png"/><Relationship Id="rId4" Type="http://schemas.openxmlformats.org/officeDocument/2006/relationships/image" Target="../media/image1.png"/><Relationship Id="rId9" Type="http://schemas.openxmlformats.org/officeDocument/2006/relationships/hyperlink" Target="https://www.instagram.com/slidesmania/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01 Title">
  <p:cSld name="CUSTOM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/>
          <p:nvPr/>
        </p:nvSpPr>
        <p:spPr>
          <a:xfrm>
            <a:off x="5294700" y="0"/>
            <a:ext cx="38493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14"/>
          <p:cNvSpPr/>
          <p:nvPr/>
        </p:nvSpPr>
        <p:spPr>
          <a:xfrm>
            <a:off x="1905806" y="968138"/>
            <a:ext cx="6448800" cy="2530500"/>
          </a:xfrm>
          <a:prstGeom prst="rect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title"/>
          </p:nvPr>
        </p:nvSpPr>
        <p:spPr>
          <a:xfrm>
            <a:off x="2089444" y="1156313"/>
            <a:ext cx="6023700" cy="215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2pPr>
            <a:lvl3pPr lvl="2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3pPr>
            <a:lvl4pPr lvl="3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4pPr>
            <a:lvl5pPr lvl="4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5pPr>
            <a:lvl6pPr lvl="5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6pPr>
            <a:lvl7pPr lvl="6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7pPr>
            <a:lvl8pPr lvl="7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8pPr>
            <a:lvl9pPr lvl="8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9pPr>
          </a:lstStyle>
          <a:p>
            <a:endParaRPr/>
          </a:p>
        </p:txBody>
      </p:sp>
      <p:sp>
        <p:nvSpPr>
          <p:cNvPr id="59" name="Google Shape;59;p14"/>
          <p:cNvSpPr/>
          <p:nvPr/>
        </p:nvSpPr>
        <p:spPr>
          <a:xfrm>
            <a:off x="2576756" y="3815625"/>
            <a:ext cx="5777700" cy="671100"/>
          </a:xfrm>
          <a:prstGeom prst="rect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14"/>
          <p:cNvSpPr/>
          <p:nvPr/>
        </p:nvSpPr>
        <p:spPr>
          <a:xfrm rot="356110">
            <a:off x="7818678" y="312982"/>
            <a:ext cx="1070011" cy="1189619"/>
          </a:xfrm>
          <a:custGeom>
            <a:avLst/>
            <a:gdLst/>
            <a:ahLst/>
            <a:cxnLst/>
            <a:rect l="l" t="t" r="r" b="b"/>
            <a:pathLst>
              <a:path w="1053738" h="1171527" extrusionOk="0">
                <a:moveTo>
                  <a:pt x="526869" y="0"/>
                </a:moveTo>
                <a:cubicBezTo>
                  <a:pt x="817851" y="0"/>
                  <a:pt x="1053738" y="235887"/>
                  <a:pt x="1053738" y="526869"/>
                </a:cubicBezTo>
                <a:cubicBezTo>
                  <a:pt x="1053738" y="817851"/>
                  <a:pt x="817851" y="1053738"/>
                  <a:pt x="526869" y="1053738"/>
                </a:cubicBezTo>
                <a:cubicBezTo>
                  <a:pt x="490496" y="1053738"/>
                  <a:pt x="454985" y="1050052"/>
                  <a:pt x="420687" y="1043034"/>
                </a:cubicBezTo>
                <a:lnTo>
                  <a:pt x="388563" y="1033062"/>
                </a:lnTo>
                <a:lnTo>
                  <a:pt x="147609" y="1171527"/>
                </a:lnTo>
                <a:lnTo>
                  <a:pt x="147063" y="890630"/>
                </a:lnTo>
                <a:lnTo>
                  <a:pt x="89981" y="821447"/>
                </a:lnTo>
                <a:cubicBezTo>
                  <a:pt x="33172" y="737358"/>
                  <a:pt x="0" y="635987"/>
                  <a:pt x="0" y="526869"/>
                </a:cubicBezTo>
                <a:cubicBezTo>
                  <a:pt x="0" y="235887"/>
                  <a:pt x="235887" y="0"/>
                  <a:pt x="526869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14"/>
          <p:cNvSpPr/>
          <p:nvPr/>
        </p:nvSpPr>
        <p:spPr>
          <a:xfrm>
            <a:off x="1905806" y="3815625"/>
            <a:ext cx="671100" cy="6711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14"/>
          <p:cNvSpPr/>
          <p:nvPr/>
        </p:nvSpPr>
        <p:spPr>
          <a:xfrm>
            <a:off x="-150" y="0"/>
            <a:ext cx="1095600" cy="5143500"/>
          </a:xfrm>
          <a:prstGeom prst="rect">
            <a:avLst/>
          </a:prstGeom>
          <a:solidFill>
            <a:srgbClr val="FF5454"/>
          </a:solidFill>
          <a:ln w="71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14"/>
          <p:cNvSpPr txBox="1">
            <a:spLocks noGrp="1"/>
          </p:cNvSpPr>
          <p:nvPr>
            <p:ph type="subTitle" idx="1"/>
          </p:nvPr>
        </p:nvSpPr>
        <p:spPr>
          <a:xfrm>
            <a:off x="2739447" y="3815625"/>
            <a:ext cx="5615100" cy="67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4"/>
          <p:cNvSpPr txBox="1"/>
          <p:nvPr/>
        </p:nvSpPr>
        <p:spPr>
          <a:xfrm rot="5400000">
            <a:off x="-509475" y="4648763"/>
            <a:ext cx="1184700" cy="28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accent4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SLIDESMANIA.COM</a:t>
            </a:r>
            <a:endParaRPr sz="900">
              <a:solidFill>
                <a:schemeClr val="accent4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Just title">
  <p:cSld name="CUSTOM_18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>
            <a:spLocks noGrp="1"/>
          </p:cNvSpPr>
          <p:nvPr>
            <p:ph type="title"/>
          </p:nvPr>
        </p:nvSpPr>
        <p:spPr>
          <a:xfrm>
            <a:off x="311738" y="315829"/>
            <a:ext cx="8520600" cy="92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2pPr>
            <a:lvl3pPr lvl="2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3pPr>
            <a:lvl4pPr lvl="3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4pPr>
            <a:lvl5pPr lvl="4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5pPr>
            <a:lvl6pPr lvl="5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6pPr>
            <a:lvl7pPr lvl="6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7pPr>
            <a:lvl8pPr lvl="7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8pPr>
            <a:lvl9pPr lvl="8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02 Intro">
  <p:cSld name="CUSTOM_1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6"/>
          <p:cNvSpPr/>
          <p:nvPr/>
        </p:nvSpPr>
        <p:spPr>
          <a:xfrm>
            <a:off x="2695200" y="0"/>
            <a:ext cx="64488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16"/>
          <p:cNvSpPr/>
          <p:nvPr/>
        </p:nvSpPr>
        <p:spPr>
          <a:xfrm rot="356110">
            <a:off x="7728866" y="161350"/>
            <a:ext cx="1070011" cy="1189619"/>
          </a:xfrm>
          <a:custGeom>
            <a:avLst/>
            <a:gdLst/>
            <a:ahLst/>
            <a:cxnLst/>
            <a:rect l="l" t="t" r="r" b="b"/>
            <a:pathLst>
              <a:path w="1053738" h="1171527" extrusionOk="0">
                <a:moveTo>
                  <a:pt x="526869" y="0"/>
                </a:moveTo>
                <a:cubicBezTo>
                  <a:pt x="817851" y="0"/>
                  <a:pt x="1053738" y="235887"/>
                  <a:pt x="1053738" y="526869"/>
                </a:cubicBezTo>
                <a:cubicBezTo>
                  <a:pt x="1053738" y="817851"/>
                  <a:pt x="817851" y="1053738"/>
                  <a:pt x="526869" y="1053738"/>
                </a:cubicBezTo>
                <a:cubicBezTo>
                  <a:pt x="490496" y="1053738"/>
                  <a:pt x="454985" y="1050052"/>
                  <a:pt x="420687" y="1043034"/>
                </a:cubicBezTo>
                <a:lnTo>
                  <a:pt x="388563" y="1033062"/>
                </a:lnTo>
                <a:lnTo>
                  <a:pt x="147609" y="1171527"/>
                </a:lnTo>
                <a:lnTo>
                  <a:pt x="147063" y="890630"/>
                </a:lnTo>
                <a:lnTo>
                  <a:pt x="89981" y="821447"/>
                </a:lnTo>
                <a:cubicBezTo>
                  <a:pt x="33172" y="737358"/>
                  <a:pt x="0" y="635987"/>
                  <a:pt x="0" y="526869"/>
                </a:cubicBezTo>
                <a:cubicBezTo>
                  <a:pt x="0" y="235887"/>
                  <a:pt x="235887" y="0"/>
                  <a:pt x="526869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16"/>
          <p:cNvSpPr txBox="1">
            <a:spLocks noGrp="1"/>
          </p:cNvSpPr>
          <p:nvPr>
            <p:ph type="title"/>
          </p:nvPr>
        </p:nvSpPr>
        <p:spPr>
          <a:xfrm>
            <a:off x="4268794" y="1187981"/>
            <a:ext cx="3991800" cy="9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ldrich"/>
              <a:buNone/>
              <a:defRPr sz="53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bril Fatface"/>
              <a:buNone/>
              <a:defRPr sz="53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bril Fatface"/>
              <a:buNone/>
              <a:defRPr sz="53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bril Fatface"/>
              <a:buNone/>
              <a:defRPr sz="53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bril Fatface"/>
              <a:buNone/>
              <a:defRPr sz="53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bril Fatface"/>
              <a:buNone/>
              <a:defRPr sz="53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bril Fatface"/>
              <a:buNone/>
              <a:defRPr sz="53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bril Fatface"/>
              <a:buNone/>
              <a:defRPr sz="53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bril Fatface"/>
              <a:buNone/>
              <a:defRPr sz="53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body" idx="1"/>
          </p:nvPr>
        </p:nvSpPr>
        <p:spPr>
          <a:xfrm>
            <a:off x="4268775" y="2241206"/>
            <a:ext cx="3991800" cy="167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algn="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03 Talking Points">
  <p:cSld name="CUSTOM_2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/>
          <p:nvPr/>
        </p:nvSpPr>
        <p:spPr>
          <a:xfrm>
            <a:off x="5979694" y="0"/>
            <a:ext cx="31641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17"/>
          <p:cNvSpPr/>
          <p:nvPr/>
        </p:nvSpPr>
        <p:spPr>
          <a:xfrm>
            <a:off x="341100" y="1296113"/>
            <a:ext cx="8461800" cy="3537600"/>
          </a:xfrm>
          <a:prstGeom prst="rect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17"/>
          <p:cNvSpPr/>
          <p:nvPr/>
        </p:nvSpPr>
        <p:spPr>
          <a:xfrm>
            <a:off x="341100" y="309713"/>
            <a:ext cx="671100" cy="6711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17"/>
          <p:cNvSpPr txBox="1">
            <a:spLocks noGrp="1"/>
          </p:cNvSpPr>
          <p:nvPr>
            <p:ph type="title"/>
          </p:nvPr>
        </p:nvSpPr>
        <p:spPr>
          <a:xfrm>
            <a:off x="1012050" y="309713"/>
            <a:ext cx="78201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drich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body" idx="1"/>
          </p:nvPr>
        </p:nvSpPr>
        <p:spPr>
          <a:xfrm>
            <a:off x="540300" y="2131196"/>
            <a:ext cx="2471100" cy="99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78" name="Google Shape;78;p17"/>
          <p:cNvSpPr txBox="1">
            <a:spLocks noGrp="1"/>
          </p:cNvSpPr>
          <p:nvPr>
            <p:ph type="body" idx="2"/>
          </p:nvPr>
        </p:nvSpPr>
        <p:spPr>
          <a:xfrm>
            <a:off x="3508744" y="2131196"/>
            <a:ext cx="2471100" cy="99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79" name="Google Shape;79;p17"/>
          <p:cNvSpPr txBox="1">
            <a:spLocks noGrp="1"/>
          </p:cNvSpPr>
          <p:nvPr>
            <p:ph type="body" idx="3"/>
          </p:nvPr>
        </p:nvSpPr>
        <p:spPr>
          <a:xfrm>
            <a:off x="540300" y="3661990"/>
            <a:ext cx="2471100" cy="99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80" name="Google Shape;80;p17"/>
          <p:cNvSpPr txBox="1">
            <a:spLocks noGrp="1"/>
          </p:cNvSpPr>
          <p:nvPr>
            <p:ph type="body" idx="4"/>
          </p:nvPr>
        </p:nvSpPr>
        <p:spPr>
          <a:xfrm>
            <a:off x="3508744" y="3661990"/>
            <a:ext cx="2471100" cy="99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04 Section Title">
  <p:cSld name="CUSTOM_3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/>
          <p:nvPr/>
        </p:nvSpPr>
        <p:spPr>
          <a:xfrm>
            <a:off x="2435963" y="298800"/>
            <a:ext cx="4272000" cy="4833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8"/>
          <p:cNvSpPr/>
          <p:nvPr/>
        </p:nvSpPr>
        <p:spPr>
          <a:xfrm>
            <a:off x="349988" y="298800"/>
            <a:ext cx="8444100" cy="4545900"/>
          </a:xfrm>
          <a:prstGeom prst="rect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18"/>
          <p:cNvSpPr txBox="1">
            <a:spLocks noGrp="1"/>
          </p:cNvSpPr>
          <p:nvPr>
            <p:ph type="body" idx="1"/>
          </p:nvPr>
        </p:nvSpPr>
        <p:spPr>
          <a:xfrm>
            <a:off x="1801013" y="2366306"/>
            <a:ext cx="5541900" cy="155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85" name="Google Shape;85;p18"/>
          <p:cNvSpPr txBox="1">
            <a:spLocks noGrp="1"/>
          </p:cNvSpPr>
          <p:nvPr>
            <p:ph type="title"/>
          </p:nvPr>
        </p:nvSpPr>
        <p:spPr>
          <a:xfrm>
            <a:off x="1801013" y="1672969"/>
            <a:ext cx="5541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drich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endParaRPr/>
          </a:p>
        </p:txBody>
      </p:sp>
      <p:sp>
        <p:nvSpPr>
          <p:cNvPr id="86" name="Google Shape;86;p18"/>
          <p:cNvSpPr/>
          <p:nvPr/>
        </p:nvSpPr>
        <p:spPr>
          <a:xfrm>
            <a:off x="341100" y="309713"/>
            <a:ext cx="671100" cy="6711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06 Two columns">
  <p:cSld name="CUSTOM_4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9"/>
          <p:cNvSpPr/>
          <p:nvPr/>
        </p:nvSpPr>
        <p:spPr>
          <a:xfrm>
            <a:off x="341100" y="309713"/>
            <a:ext cx="671100" cy="6711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19"/>
          <p:cNvSpPr/>
          <p:nvPr/>
        </p:nvSpPr>
        <p:spPr>
          <a:xfrm>
            <a:off x="4375838" y="1199850"/>
            <a:ext cx="4767900" cy="39438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9"/>
          <p:cNvSpPr/>
          <p:nvPr/>
        </p:nvSpPr>
        <p:spPr>
          <a:xfrm>
            <a:off x="8568713" y="0"/>
            <a:ext cx="575400" cy="51435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19"/>
          <p:cNvSpPr/>
          <p:nvPr/>
        </p:nvSpPr>
        <p:spPr>
          <a:xfrm>
            <a:off x="445763" y="1898756"/>
            <a:ext cx="4279500" cy="2494500"/>
          </a:xfrm>
          <a:prstGeom prst="rect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19"/>
          <p:cNvSpPr txBox="1">
            <a:spLocks noGrp="1"/>
          </p:cNvSpPr>
          <p:nvPr>
            <p:ph type="subTitle" idx="1"/>
          </p:nvPr>
        </p:nvSpPr>
        <p:spPr>
          <a:xfrm>
            <a:off x="655020" y="1360331"/>
            <a:ext cx="3720900" cy="5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1pPr>
            <a:lvl2pPr lvl="1">
              <a:spcBef>
                <a:spcPts val="1600"/>
              </a:spcBef>
              <a:spcAft>
                <a:spcPts val="0"/>
              </a:spcAft>
              <a:buSzPts val="1600"/>
              <a:buNone/>
              <a:defRPr sz="1600" b="1"/>
            </a:lvl2pPr>
            <a:lvl3pPr lvl="2">
              <a:spcBef>
                <a:spcPts val="1600"/>
              </a:spcBef>
              <a:spcAft>
                <a:spcPts val="0"/>
              </a:spcAft>
              <a:buSzPts val="1600"/>
              <a:buNone/>
              <a:defRPr sz="1600" b="1"/>
            </a:lvl3pPr>
            <a:lvl4pPr lvl="3">
              <a:spcBef>
                <a:spcPts val="1600"/>
              </a:spcBef>
              <a:spcAft>
                <a:spcPts val="0"/>
              </a:spcAft>
              <a:buSzPts val="1600"/>
              <a:buNone/>
              <a:defRPr sz="1600" b="1"/>
            </a:lvl4pPr>
            <a:lvl5pPr lvl="4">
              <a:spcBef>
                <a:spcPts val="1600"/>
              </a:spcBef>
              <a:spcAft>
                <a:spcPts val="0"/>
              </a:spcAft>
              <a:buSzPts val="1600"/>
              <a:buNone/>
              <a:defRPr sz="1600" b="1"/>
            </a:lvl5pPr>
            <a:lvl6pPr lvl="5">
              <a:spcBef>
                <a:spcPts val="1600"/>
              </a:spcBef>
              <a:spcAft>
                <a:spcPts val="0"/>
              </a:spcAft>
              <a:buSzPts val="1600"/>
              <a:buNone/>
              <a:defRPr sz="1600" b="1"/>
            </a:lvl6pPr>
            <a:lvl7pPr lvl="6">
              <a:spcBef>
                <a:spcPts val="1600"/>
              </a:spcBef>
              <a:spcAft>
                <a:spcPts val="0"/>
              </a:spcAft>
              <a:buSzPts val="1600"/>
              <a:buNone/>
              <a:defRPr sz="1600" b="1"/>
            </a:lvl7pPr>
            <a:lvl8pPr lvl="7">
              <a:spcBef>
                <a:spcPts val="1600"/>
              </a:spcBef>
              <a:spcAft>
                <a:spcPts val="0"/>
              </a:spcAft>
              <a:buSzPts val="1600"/>
              <a:buNone/>
              <a:defRPr sz="1600" b="1"/>
            </a:lvl8pPr>
            <a:lvl9pPr lvl="8">
              <a:spcBef>
                <a:spcPts val="1600"/>
              </a:spcBef>
              <a:spcAft>
                <a:spcPts val="160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93" name="Google Shape;93;p19"/>
          <p:cNvSpPr txBox="1">
            <a:spLocks noGrp="1"/>
          </p:cNvSpPr>
          <p:nvPr>
            <p:ph type="subTitle" idx="2"/>
          </p:nvPr>
        </p:nvSpPr>
        <p:spPr>
          <a:xfrm>
            <a:off x="4848116" y="1360331"/>
            <a:ext cx="3720600" cy="5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1pPr>
            <a:lvl2pPr lvl="1">
              <a:spcBef>
                <a:spcPts val="1600"/>
              </a:spcBef>
              <a:spcAft>
                <a:spcPts val="0"/>
              </a:spcAft>
              <a:buSzPts val="1600"/>
              <a:buNone/>
              <a:defRPr sz="1600" b="1"/>
            </a:lvl2pPr>
            <a:lvl3pPr lvl="2">
              <a:spcBef>
                <a:spcPts val="1600"/>
              </a:spcBef>
              <a:spcAft>
                <a:spcPts val="0"/>
              </a:spcAft>
              <a:buSzPts val="1600"/>
              <a:buNone/>
              <a:defRPr sz="1600" b="1"/>
            </a:lvl3pPr>
            <a:lvl4pPr lvl="3">
              <a:spcBef>
                <a:spcPts val="1600"/>
              </a:spcBef>
              <a:spcAft>
                <a:spcPts val="0"/>
              </a:spcAft>
              <a:buSzPts val="1600"/>
              <a:buNone/>
              <a:defRPr sz="1600" b="1"/>
            </a:lvl4pPr>
            <a:lvl5pPr lvl="4">
              <a:spcBef>
                <a:spcPts val="1600"/>
              </a:spcBef>
              <a:spcAft>
                <a:spcPts val="0"/>
              </a:spcAft>
              <a:buSzPts val="1600"/>
              <a:buNone/>
              <a:defRPr sz="1600" b="1"/>
            </a:lvl5pPr>
            <a:lvl6pPr lvl="5">
              <a:spcBef>
                <a:spcPts val="1600"/>
              </a:spcBef>
              <a:spcAft>
                <a:spcPts val="0"/>
              </a:spcAft>
              <a:buSzPts val="1600"/>
              <a:buNone/>
              <a:defRPr sz="1600" b="1"/>
            </a:lvl6pPr>
            <a:lvl7pPr lvl="6">
              <a:spcBef>
                <a:spcPts val="1600"/>
              </a:spcBef>
              <a:spcAft>
                <a:spcPts val="0"/>
              </a:spcAft>
              <a:buSzPts val="1600"/>
              <a:buNone/>
              <a:defRPr sz="1600" b="1"/>
            </a:lvl7pPr>
            <a:lvl8pPr lvl="7">
              <a:spcBef>
                <a:spcPts val="1600"/>
              </a:spcBef>
              <a:spcAft>
                <a:spcPts val="0"/>
              </a:spcAft>
              <a:buSzPts val="1600"/>
              <a:buNone/>
              <a:defRPr sz="1600" b="1"/>
            </a:lvl8pPr>
            <a:lvl9pPr lvl="8">
              <a:spcBef>
                <a:spcPts val="1600"/>
              </a:spcBef>
              <a:spcAft>
                <a:spcPts val="160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94" name="Google Shape;94;p19"/>
          <p:cNvSpPr txBox="1">
            <a:spLocks noGrp="1"/>
          </p:cNvSpPr>
          <p:nvPr>
            <p:ph type="title"/>
          </p:nvPr>
        </p:nvSpPr>
        <p:spPr>
          <a:xfrm>
            <a:off x="1221938" y="627225"/>
            <a:ext cx="7347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drich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endParaRPr/>
          </a:p>
        </p:txBody>
      </p:sp>
      <p:sp>
        <p:nvSpPr>
          <p:cNvPr id="95" name="Google Shape;95;p19"/>
          <p:cNvSpPr txBox="1">
            <a:spLocks noGrp="1"/>
          </p:cNvSpPr>
          <p:nvPr>
            <p:ph type="body" idx="3"/>
          </p:nvPr>
        </p:nvSpPr>
        <p:spPr>
          <a:xfrm>
            <a:off x="655012" y="2063100"/>
            <a:ext cx="3720600" cy="233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6" name="Google Shape;96;p19"/>
          <p:cNvSpPr txBox="1">
            <a:spLocks noGrp="1"/>
          </p:cNvSpPr>
          <p:nvPr>
            <p:ph type="body" idx="4"/>
          </p:nvPr>
        </p:nvSpPr>
        <p:spPr>
          <a:xfrm>
            <a:off x="4848109" y="2054288"/>
            <a:ext cx="3720900" cy="233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05 One column">
  <p:cSld name="CUSTOM_5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0"/>
          <p:cNvSpPr/>
          <p:nvPr/>
        </p:nvSpPr>
        <p:spPr>
          <a:xfrm>
            <a:off x="0" y="113"/>
            <a:ext cx="63717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20"/>
          <p:cNvSpPr/>
          <p:nvPr/>
        </p:nvSpPr>
        <p:spPr>
          <a:xfrm>
            <a:off x="674906" y="625181"/>
            <a:ext cx="8138700" cy="4179000"/>
          </a:xfrm>
          <a:prstGeom prst="rect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20"/>
          <p:cNvSpPr/>
          <p:nvPr/>
        </p:nvSpPr>
        <p:spPr>
          <a:xfrm>
            <a:off x="341100" y="309713"/>
            <a:ext cx="671100" cy="6711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20"/>
          <p:cNvSpPr txBox="1">
            <a:spLocks noGrp="1"/>
          </p:cNvSpPr>
          <p:nvPr>
            <p:ph type="subTitle" idx="1"/>
          </p:nvPr>
        </p:nvSpPr>
        <p:spPr>
          <a:xfrm>
            <a:off x="1012050" y="1475513"/>
            <a:ext cx="3680700" cy="5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1pPr>
            <a:lvl2pPr lvl="1">
              <a:spcBef>
                <a:spcPts val="1600"/>
              </a:spcBef>
              <a:spcAft>
                <a:spcPts val="0"/>
              </a:spcAft>
              <a:buSzPts val="1600"/>
              <a:buNone/>
              <a:defRPr sz="1600" b="1"/>
            </a:lvl2pPr>
            <a:lvl3pPr lvl="2">
              <a:spcBef>
                <a:spcPts val="1600"/>
              </a:spcBef>
              <a:spcAft>
                <a:spcPts val="0"/>
              </a:spcAft>
              <a:buSzPts val="1600"/>
              <a:buNone/>
              <a:defRPr sz="1600" b="1"/>
            </a:lvl3pPr>
            <a:lvl4pPr lvl="3">
              <a:spcBef>
                <a:spcPts val="1600"/>
              </a:spcBef>
              <a:spcAft>
                <a:spcPts val="0"/>
              </a:spcAft>
              <a:buSzPts val="1600"/>
              <a:buNone/>
              <a:defRPr sz="1600" b="1"/>
            </a:lvl4pPr>
            <a:lvl5pPr lvl="4">
              <a:spcBef>
                <a:spcPts val="1600"/>
              </a:spcBef>
              <a:spcAft>
                <a:spcPts val="0"/>
              </a:spcAft>
              <a:buSzPts val="1600"/>
              <a:buNone/>
              <a:defRPr sz="1600" b="1"/>
            </a:lvl5pPr>
            <a:lvl6pPr lvl="5">
              <a:spcBef>
                <a:spcPts val="1600"/>
              </a:spcBef>
              <a:spcAft>
                <a:spcPts val="0"/>
              </a:spcAft>
              <a:buSzPts val="1600"/>
              <a:buNone/>
              <a:defRPr sz="1600" b="1"/>
            </a:lvl6pPr>
            <a:lvl7pPr lvl="6">
              <a:spcBef>
                <a:spcPts val="1600"/>
              </a:spcBef>
              <a:spcAft>
                <a:spcPts val="0"/>
              </a:spcAft>
              <a:buSzPts val="1600"/>
              <a:buNone/>
              <a:defRPr sz="1600" b="1"/>
            </a:lvl7pPr>
            <a:lvl8pPr lvl="7">
              <a:spcBef>
                <a:spcPts val="1600"/>
              </a:spcBef>
              <a:spcAft>
                <a:spcPts val="0"/>
              </a:spcAft>
              <a:buSzPts val="1600"/>
              <a:buNone/>
              <a:defRPr sz="1600" b="1"/>
            </a:lvl8pPr>
            <a:lvl9pPr lvl="8">
              <a:spcBef>
                <a:spcPts val="1600"/>
              </a:spcBef>
              <a:spcAft>
                <a:spcPts val="160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02" name="Google Shape;102;p20"/>
          <p:cNvSpPr txBox="1">
            <a:spLocks noGrp="1"/>
          </p:cNvSpPr>
          <p:nvPr>
            <p:ph type="title"/>
          </p:nvPr>
        </p:nvSpPr>
        <p:spPr>
          <a:xfrm>
            <a:off x="1012050" y="771488"/>
            <a:ext cx="5943300" cy="67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drich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endParaRPr/>
          </a:p>
        </p:txBody>
      </p:sp>
      <p:sp>
        <p:nvSpPr>
          <p:cNvPr id="103" name="Google Shape;103;p20"/>
          <p:cNvSpPr txBox="1">
            <a:spLocks noGrp="1"/>
          </p:cNvSpPr>
          <p:nvPr>
            <p:ph type="body" idx="2"/>
          </p:nvPr>
        </p:nvSpPr>
        <p:spPr>
          <a:xfrm>
            <a:off x="1012051" y="1970644"/>
            <a:ext cx="3680700" cy="257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04" name="Google Shape;104;p20"/>
          <p:cNvSpPr/>
          <p:nvPr/>
        </p:nvSpPr>
        <p:spPr>
          <a:xfrm>
            <a:off x="341100" y="309713"/>
            <a:ext cx="671100" cy="6711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20"/>
          <p:cNvSpPr txBox="1"/>
          <p:nvPr/>
        </p:nvSpPr>
        <p:spPr>
          <a:xfrm rot="5400000">
            <a:off x="-509475" y="4648763"/>
            <a:ext cx="1184700" cy="28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SLIDESMANIA.COM</a:t>
            </a:r>
            <a:endParaRPr sz="900">
              <a:solidFill>
                <a:schemeClr val="dk1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07 Quote">
  <p:cSld name="CUSTOM_6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1"/>
          <p:cNvSpPr/>
          <p:nvPr/>
        </p:nvSpPr>
        <p:spPr>
          <a:xfrm rot="-3938253">
            <a:off x="359685" y="239505"/>
            <a:ext cx="766341" cy="854673"/>
          </a:xfrm>
          <a:custGeom>
            <a:avLst/>
            <a:gdLst/>
            <a:ahLst/>
            <a:cxnLst/>
            <a:rect l="l" t="t" r="r" b="b"/>
            <a:pathLst>
              <a:path w="1053738" h="1171527" extrusionOk="0">
                <a:moveTo>
                  <a:pt x="526869" y="0"/>
                </a:moveTo>
                <a:cubicBezTo>
                  <a:pt x="817851" y="0"/>
                  <a:pt x="1053738" y="235887"/>
                  <a:pt x="1053738" y="526869"/>
                </a:cubicBezTo>
                <a:cubicBezTo>
                  <a:pt x="1053738" y="817851"/>
                  <a:pt x="817851" y="1053738"/>
                  <a:pt x="526869" y="1053738"/>
                </a:cubicBezTo>
                <a:cubicBezTo>
                  <a:pt x="490496" y="1053738"/>
                  <a:pt x="454985" y="1050052"/>
                  <a:pt x="420687" y="1043034"/>
                </a:cubicBezTo>
                <a:lnTo>
                  <a:pt x="388563" y="1033062"/>
                </a:lnTo>
                <a:lnTo>
                  <a:pt x="147609" y="1171527"/>
                </a:lnTo>
                <a:lnTo>
                  <a:pt x="147063" y="890630"/>
                </a:lnTo>
                <a:lnTo>
                  <a:pt x="89981" y="821447"/>
                </a:lnTo>
                <a:cubicBezTo>
                  <a:pt x="33172" y="737358"/>
                  <a:pt x="0" y="635987"/>
                  <a:pt x="0" y="526869"/>
                </a:cubicBezTo>
                <a:cubicBezTo>
                  <a:pt x="0" y="235887"/>
                  <a:pt x="235887" y="0"/>
                  <a:pt x="526869" y="0"/>
                </a:cubicBezTo>
                <a:close/>
              </a:path>
            </a:pathLst>
          </a:custGeom>
          <a:solidFill>
            <a:schemeClr val="accent1"/>
          </a:solidFill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21"/>
          <p:cNvSpPr/>
          <p:nvPr/>
        </p:nvSpPr>
        <p:spPr>
          <a:xfrm>
            <a:off x="2435963" y="309600"/>
            <a:ext cx="4272000" cy="4833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21"/>
          <p:cNvSpPr/>
          <p:nvPr/>
        </p:nvSpPr>
        <p:spPr>
          <a:xfrm>
            <a:off x="341100" y="1296113"/>
            <a:ext cx="8461800" cy="2558100"/>
          </a:xfrm>
          <a:prstGeom prst="rect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0" name="Google Shape;110;p21"/>
          <p:cNvGrpSpPr/>
          <p:nvPr/>
        </p:nvGrpSpPr>
        <p:grpSpPr>
          <a:xfrm rot="10800000">
            <a:off x="421906" y="465868"/>
            <a:ext cx="509337" cy="358692"/>
            <a:chOff x="621403" y="597265"/>
            <a:chExt cx="1588204" cy="1118814"/>
          </a:xfrm>
        </p:grpSpPr>
        <p:sp>
          <p:nvSpPr>
            <p:cNvPr id="111" name="Google Shape;111;p21"/>
            <p:cNvSpPr/>
            <p:nvPr/>
          </p:nvSpPr>
          <p:spPr>
            <a:xfrm>
              <a:off x="1448058" y="597265"/>
              <a:ext cx="761549" cy="1118814"/>
            </a:xfrm>
            <a:custGeom>
              <a:avLst/>
              <a:gdLst/>
              <a:ahLst/>
              <a:cxnLst/>
              <a:rect l="l" t="t" r="r" b="b"/>
              <a:pathLst>
                <a:path w="761549" h="1118814" extrusionOk="0">
                  <a:moveTo>
                    <a:pt x="-524" y="1117297"/>
                  </a:moveTo>
                  <a:lnTo>
                    <a:pt x="-524" y="996558"/>
                  </a:lnTo>
                  <a:cubicBezTo>
                    <a:pt x="160246" y="977266"/>
                    <a:pt x="278895" y="901864"/>
                    <a:pt x="338058" y="740612"/>
                  </a:cubicBezTo>
                  <a:cubicBezTo>
                    <a:pt x="312656" y="732412"/>
                    <a:pt x="292400" y="726464"/>
                    <a:pt x="272463" y="719551"/>
                  </a:cubicBezTo>
                  <a:cubicBezTo>
                    <a:pt x="93848" y="657011"/>
                    <a:pt x="-5830" y="480325"/>
                    <a:pt x="31308" y="291741"/>
                  </a:cubicBezTo>
                  <a:cubicBezTo>
                    <a:pt x="64909" y="120199"/>
                    <a:pt x="237095" y="-11311"/>
                    <a:pt x="412334" y="425"/>
                  </a:cubicBezTo>
                  <a:cubicBezTo>
                    <a:pt x="596255" y="11358"/>
                    <a:pt x="744051" y="156019"/>
                    <a:pt x="758954" y="339651"/>
                  </a:cubicBezTo>
                  <a:cubicBezTo>
                    <a:pt x="792877" y="741255"/>
                    <a:pt x="404456" y="1143502"/>
                    <a:pt x="-524" y="1117297"/>
                  </a:cubicBezTo>
                  <a:close/>
                </a:path>
              </a:pathLst>
            </a:custGeom>
            <a:noFill/>
            <a:ln w="214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p21"/>
            <p:cNvSpPr/>
            <p:nvPr/>
          </p:nvSpPr>
          <p:spPr>
            <a:xfrm>
              <a:off x="621403" y="597265"/>
              <a:ext cx="761549" cy="1118814"/>
            </a:xfrm>
            <a:custGeom>
              <a:avLst/>
              <a:gdLst/>
              <a:ahLst/>
              <a:cxnLst/>
              <a:rect l="l" t="t" r="r" b="b"/>
              <a:pathLst>
                <a:path w="761549" h="1118814" extrusionOk="0">
                  <a:moveTo>
                    <a:pt x="-524" y="1117297"/>
                  </a:moveTo>
                  <a:lnTo>
                    <a:pt x="-524" y="996558"/>
                  </a:lnTo>
                  <a:cubicBezTo>
                    <a:pt x="160246" y="977266"/>
                    <a:pt x="278895" y="901864"/>
                    <a:pt x="338058" y="740612"/>
                  </a:cubicBezTo>
                  <a:cubicBezTo>
                    <a:pt x="312656" y="732412"/>
                    <a:pt x="292400" y="726464"/>
                    <a:pt x="272463" y="719551"/>
                  </a:cubicBezTo>
                  <a:cubicBezTo>
                    <a:pt x="93848" y="657011"/>
                    <a:pt x="-5830" y="480325"/>
                    <a:pt x="31308" y="291741"/>
                  </a:cubicBezTo>
                  <a:cubicBezTo>
                    <a:pt x="64909" y="120199"/>
                    <a:pt x="237095" y="-11311"/>
                    <a:pt x="412334" y="425"/>
                  </a:cubicBezTo>
                  <a:cubicBezTo>
                    <a:pt x="596255" y="11358"/>
                    <a:pt x="744051" y="156019"/>
                    <a:pt x="758954" y="339651"/>
                  </a:cubicBezTo>
                  <a:cubicBezTo>
                    <a:pt x="792877" y="741255"/>
                    <a:pt x="404456" y="1143502"/>
                    <a:pt x="-524" y="1117297"/>
                  </a:cubicBezTo>
                  <a:close/>
                </a:path>
              </a:pathLst>
            </a:custGeom>
            <a:noFill/>
            <a:ln w="214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3" name="Google Shape;113;p21"/>
          <p:cNvSpPr/>
          <p:nvPr/>
        </p:nvSpPr>
        <p:spPr>
          <a:xfrm>
            <a:off x="8131950" y="4137956"/>
            <a:ext cx="671100" cy="6711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21"/>
          <p:cNvSpPr/>
          <p:nvPr/>
        </p:nvSpPr>
        <p:spPr>
          <a:xfrm>
            <a:off x="5143500" y="4137956"/>
            <a:ext cx="2988600" cy="671100"/>
          </a:xfrm>
          <a:prstGeom prst="rect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21"/>
          <p:cNvSpPr txBox="1">
            <a:spLocks noGrp="1"/>
          </p:cNvSpPr>
          <p:nvPr>
            <p:ph type="title"/>
          </p:nvPr>
        </p:nvSpPr>
        <p:spPr>
          <a:xfrm>
            <a:off x="418575" y="1405144"/>
            <a:ext cx="8321700" cy="237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>
            <a:endParaRPr/>
          </a:p>
        </p:txBody>
      </p:sp>
      <p:sp>
        <p:nvSpPr>
          <p:cNvPr id="116" name="Google Shape;116;p21"/>
          <p:cNvSpPr txBox="1">
            <a:spLocks noGrp="1"/>
          </p:cNvSpPr>
          <p:nvPr>
            <p:ph type="subTitle" idx="1"/>
          </p:nvPr>
        </p:nvSpPr>
        <p:spPr>
          <a:xfrm>
            <a:off x="5143500" y="4137956"/>
            <a:ext cx="2955300" cy="67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09 Big Title">
  <p:cSld name="CUSTOM_7">
    <p:bg>
      <p:bgPr>
        <a:solidFill>
          <a:schemeClr val="accent1"/>
        </a:soli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2"/>
          <p:cNvSpPr/>
          <p:nvPr/>
        </p:nvSpPr>
        <p:spPr>
          <a:xfrm>
            <a:off x="341100" y="590288"/>
            <a:ext cx="8461800" cy="3963000"/>
          </a:xfrm>
          <a:prstGeom prst="rect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22"/>
          <p:cNvSpPr txBox="1">
            <a:spLocks noGrp="1"/>
          </p:cNvSpPr>
          <p:nvPr>
            <p:ph type="title"/>
          </p:nvPr>
        </p:nvSpPr>
        <p:spPr>
          <a:xfrm>
            <a:off x="411150" y="1384964"/>
            <a:ext cx="8321700" cy="262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20" name="Google Shape;120;p22"/>
          <p:cNvSpPr/>
          <p:nvPr/>
        </p:nvSpPr>
        <p:spPr>
          <a:xfrm>
            <a:off x="4081725" y="89475"/>
            <a:ext cx="980700" cy="980700"/>
          </a:xfrm>
          <a:prstGeom prst="rect">
            <a:avLst/>
          </a:prstGeom>
          <a:solidFill>
            <a:schemeClr val="accent2"/>
          </a:solidFill>
          <a:ln w="2857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08 Three columns">
  <p:cSld name="CUSTOM_8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3"/>
          <p:cNvSpPr/>
          <p:nvPr/>
        </p:nvSpPr>
        <p:spPr>
          <a:xfrm>
            <a:off x="341100" y="309713"/>
            <a:ext cx="671100" cy="6711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23"/>
          <p:cNvSpPr/>
          <p:nvPr/>
        </p:nvSpPr>
        <p:spPr>
          <a:xfrm>
            <a:off x="341100" y="1199850"/>
            <a:ext cx="7847400" cy="3943800"/>
          </a:xfrm>
          <a:prstGeom prst="rect">
            <a:avLst/>
          </a:prstGeom>
          <a:solidFill>
            <a:schemeClr val="accent4"/>
          </a:solidFill>
          <a:ln w="2857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23"/>
          <p:cNvSpPr/>
          <p:nvPr/>
        </p:nvSpPr>
        <p:spPr>
          <a:xfrm>
            <a:off x="8568713" y="0"/>
            <a:ext cx="575400" cy="51435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23"/>
          <p:cNvSpPr/>
          <p:nvPr/>
        </p:nvSpPr>
        <p:spPr>
          <a:xfrm>
            <a:off x="1012050" y="309713"/>
            <a:ext cx="7176300" cy="671100"/>
          </a:xfrm>
          <a:prstGeom prst="rect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23"/>
          <p:cNvSpPr txBox="1">
            <a:spLocks noGrp="1"/>
          </p:cNvSpPr>
          <p:nvPr>
            <p:ph type="subTitle" idx="1"/>
          </p:nvPr>
        </p:nvSpPr>
        <p:spPr>
          <a:xfrm>
            <a:off x="1540092" y="1304588"/>
            <a:ext cx="4805100" cy="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1"/>
            </a:lvl1pPr>
            <a:lvl2pPr lvl="1">
              <a:spcBef>
                <a:spcPts val="1600"/>
              </a:spcBef>
              <a:spcAft>
                <a:spcPts val="0"/>
              </a:spcAft>
              <a:buSzPts val="1400"/>
              <a:buNone/>
              <a:defRPr sz="1400" b="1"/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None/>
              <a:defRPr sz="1400" b="1"/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None/>
              <a:defRPr sz="1400" b="1"/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None/>
              <a:defRPr sz="1400" b="1"/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None/>
              <a:defRPr sz="1400" b="1"/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None/>
              <a:defRPr sz="1400" b="1"/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None/>
              <a:defRPr sz="1400" b="1"/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None/>
              <a:defRPr sz="1400" b="1"/>
            </a:lvl9pPr>
          </a:lstStyle>
          <a:p>
            <a:endParaRPr/>
          </a:p>
        </p:txBody>
      </p:sp>
      <p:sp>
        <p:nvSpPr>
          <p:cNvPr id="127" name="Google Shape;127;p23"/>
          <p:cNvSpPr txBox="1">
            <a:spLocks noGrp="1"/>
          </p:cNvSpPr>
          <p:nvPr>
            <p:ph type="subTitle" idx="2"/>
          </p:nvPr>
        </p:nvSpPr>
        <p:spPr>
          <a:xfrm>
            <a:off x="1540092" y="2508258"/>
            <a:ext cx="4805100" cy="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1"/>
            </a:lvl1pPr>
            <a:lvl2pPr lvl="1">
              <a:spcBef>
                <a:spcPts val="1600"/>
              </a:spcBef>
              <a:spcAft>
                <a:spcPts val="0"/>
              </a:spcAft>
              <a:buSzPts val="1400"/>
              <a:buNone/>
              <a:defRPr sz="1400" b="1"/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None/>
              <a:defRPr sz="1400" b="1"/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None/>
              <a:defRPr sz="1400" b="1"/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None/>
              <a:defRPr sz="1400" b="1"/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None/>
              <a:defRPr sz="1400" b="1"/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None/>
              <a:defRPr sz="1400" b="1"/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None/>
              <a:defRPr sz="1400" b="1"/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None/>
              <a:defRPr sz="1400" b="1"/>
            </a:lvl9pPr>
          </a:lstStyle>
          <a:p>
            <a:endParaRPr/>
          </a:p>
        </p:txBody>
      </p:sp>
      <p:sp>
        <p:nvSpPr>
          <p:cNvPr id="128" name="Google Shape;128;p23"/>
          <p:cNvSpPr txBox="1">
            <a:spLocks noGrp="1"/>
          </p:cNvSpPr>
          <p:nvPr>
            <p:ph type="subTitle" idx="3"/>
          </p:nvPr>
        </p:nvSpPr>
        <p:spPr>
          <a:xfrm>
            <a:off x="1540092" y="3711928"/>
            <a:ext cx="4805100" cy="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1"/>
            </a:lvl1pPr>
            <a:lvl2pPr lvl="1">
              <a:spcBef>
                <a:spcPts val="1600"/>
              </a:spcBef>
              <a:spcAft>
                <a:spcPts val="0"/>
              </a:spcAft>
              <a:buSzPts val="1400"/>
              <a:buNone/>
              <a:defRPr sz="1400" b="1"/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None/>
              <a:defRPr sz="1400" b="1"/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None/>
              <a:defRPr sz="1400" b="1"/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None/>
              <a:defRPr sz="1400" b="1"/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None/>
              <a:defRPr sz="1400" b="1"/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None/>
              <a:defRPr sz="1400" b="1"/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None/>
              <a:defRPr sz="1400" b="1"/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None/>
              <a:defRPr sz="1400" b="1"/>
            </a:lvl9pPr>
          </a:lstStyle>
          <a:p>
            <a:endParaRPr/>
          </a:p>
        </p:txBody>
      </p:sp>
      <p:sp>
        <p:nvSpPr>
          <p:cNvPr id="129" name="Google Shape;129;p23"/>
          <p:cNvSpPr txBox="1">
            <a:spLocks noGrp="1"/>
          </p:cNvSpPr>
          <p:nvPr>
            <p:ph type="title"/>
          </p:nvPr>
        </p:nvSpPr>
        <p:spPr>
          <a:xfrm>
            <a:off x="1096425" y="309713"/>
            <a:ext cx="6995400" cy="64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drich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endParaRPr/>
          </a:p>
        </p:txBody>
      </p:sp>
      <p:sp>
        <p:nvSpPr>
          <p:cNvPr id="130" name="Google Shape;130;p23"/>
          <p:cNvSpPr txBox="1">
            <a:spLocks noGrp="1"/>
          </p:cNvSpPr>
          <p:nvPr>
            <p:ph type="body" idx="4"/>
          </p:nvPr>
        </p:nvSpPr>
        <p:spPr>
          <a:xfrm>
            <a:off x="1540088" y="1633050"/>
            <a:ext cx="4805100" cy="69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  <p:sp>
        <p:nvSpPr>
          <p:cNvPr id="131" name="Google Shape;131;p23"/>
          <p:cNvSpPr txBox="1">
            <a:spLocks noGrp="1"/>
          </p:cNvSpPr>
          <p:nvPr>
            <p:ph type="body" idx="5"/>
          </p:nvPr>
        </p:nvSpPr>
        <p:spPr>
          <a:xfrm>
            <a:off x="1540088" y="2828147"/>
            <a:ext cx="4805100" cy="69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  <p:sp>
        <p:nvSpPr>
          <p:cNvPr id="132" name="Google Shape;132;p23"/>
          <p:cNvSpPr txBox="1">
            <a:spLocks noGrp="1"/>
          </p:cNvSpPr>
          <p:nvPr>
            <p:ph type="body" idx="6"/>
          </p:nvPr>
        </p:nvSpPr>
        <p:spPr>
          <a:xfrm>
            <a:off x="1540088" y="4021894"/>
            <a:ext cx="4805700" cy="69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08 Team">
  <p:cSld name="CUSTOM_8_1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4"/>
          <p:cNvSpPr/>
          <p:nvPr/>
        </p:nvSpPr>
        <p:spPr>
          <a:xfrm>
            <a:off x="-225" y="1635581"/>
            <a:ext cx="9144000" cy="1773300"/>
          </a:xfrm>
          <a:prstGeom prst="rect">
            <a:avLst/>
          </a:prstGeom>
          <a:solidFill>
            <a:schemeClr val="accent4"/>
          </a:solidFill>
          <a:ln w="2857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24"/>
          <p:cNvSpPr/>
          <p:nvPr/>
        </p:nvSpPr>
        <p:spPr>
          <a:xfrm>
            <a:off x="841922" y="1293863"/>
            <a:ext cx="2047500" cy="3607500"/>
          </a:xfrm>
          <a:prstGeom prst="rect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24"/>
          <p:cNvSpPr/>
          <p:nvPr/>
        </p:nvSpPr>
        <p:spPr>
          <a:xfrm>
            <a:off x="3508308" y="1293863"/>
            <a:ext cx="2047500" cy="3607500"/>
          </a:xfrm>
          <a:prstGeom prst="rect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24"/>
          <p:cNvSpPr/>
          <p:nvPr/>
        </p:nvSpPr>
        <p:spPr>
          <a:xfrm>
            <a:off x="6174694" y="1293863"/>
            <a:ext cx="2047500" cy="3607500"/>
          </a:xfrm>
          <a:prstGeom prst="rect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24"/>
          <p:cNvSpPr/>
          <p:nvPr/>
        </p:nvSpPr>
        <p:spPr>
          <a:xfrm>
            <a:off x="341100" y="309713"/>
            <a:ext cx="671100" cy="6711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24"/>
          <p:cNvSpPr txBox="1">
            <a:spLocks noGrp="1"/>
          </p:cNvSpPr>
          <p:nvPr>
            <p:ph type="subTitle" idx="1"/>
          </p:nvPr>
        </p:nvSpPr>
        <p:spPr>
          <a:xfrm>
            <a:off x="891789" y="3015506"/>
            <a:ext cx="1994100" cy="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1pPr>
            <a:lvl2pPr lvl="1">
              <a:spcBef>
                <a:spcPts val="1600"/>
              </a:spcBef>
              <a:spcAft>
                <a:spcPts val="0"/>
              </a:spcAft>
              <a:buSzPts val="1600"/>
              <a:buNone/>
              <a:defRPr sz="1600" b="1"/>
            </a:lvl2pPr>
            <a:lvl3pPr lvl="2">
              <a:spcBef>
                <a:spcPts val="1600"/>
              </a:spcBef>
              <a:spcAft>
                <a:spcPts val="0"/>
              </a:spcAft>
              <a:buSzPts val="1600"/>
              <a:buNone/>
              <a:defRPr sz="1600" b="1"/>
            </a:lvl3pPr>
            <a:lvl4pPr lvl="3">
              <a:spcBef>
                <a:spcPts val="1600"/>
              </a:spcBef>
              <a:spcAft>
                <a:spcPts val="0"/>
              </a:spcAft>
              <a:buSzPts val="1600"/>
              <a:buNone/>
              <a:defRPr sz="1600" b="1"/>
            </a:lvl4pPr>
            <a:lvl5pPr lvl="4">
              <a:spcBef>
                <a:spcPts val="1600"/>
              </a:spcBef>
              <a:spcAft>
                <a:spcPts val="0"/>
              </a:spcAft>
              <a:buSzPts val="1600"/>
              <a:buNone/>
              <a:defRPr sz="1600" b="1"/>
            </a:lvl5pPr>
            <a:lvl6pPr lvl="5">
              <a:spcBef>
                <a:spcPts val="1600"/>
              </a:spcBef>
              <a:spcAft>
                <a:spcPts val="0"/>
              </a:spcAft>
              <a:buSzPts val="1600"/>
              <a:buNone/>
              <a:defRPr sz="1600" b="1"/>
            </a:lvl6pPr>
            <a:lvl7pPr lvl="6">
              <a:spcBef>
                <a:spcPts val="1600"/>
              </a:spcBef>
              <a:spcAft>
                <a:spcPts val="0"/>
              </a:spcAft>
              <a:buSzPts val="1600"/>
              <a:buNone/>
              <a:defRPr sz="1600" b="1"/>
            </a:lvl7pPr>
            <a:lvl8pPr lvl="7">
              <a:spcBef>
                <a:spcPts val="1600"/>
              </a:spcBef>
              <a:spcAft>
                <a:spcPts val="0"/>
              </a:spcAft>
              <a:buSzPts val="1600"/>
              <a:buNone/>
              <a:defRPr sz="1600" b="1"/>
            </a:lvl8pPr>
            <a:lvl9pPr lvl="8">
              <a:spcBef>
                <a:spcPts val="1600"/>
              </a:spcBef>
              <a:spcAft>
                <a:spcPts val="160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40" name="Google Shape;140;p24"/>
          <p:cNvSpPr txBox="1">
            <a:spLocks noGrp="1"/>
          </p:cNvSpPr>
          <p:nvPr>
            <p:ph type="subTitle" idx="2"/>
          </p:nvPr>
        </p:nvSpPr>
        <p:spPr>
          <a:xfrm>
            <a:off x="3534977" y="3015506"/>
            <a:ext cx="1994100" cy="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1pPr>
            <a:lvl2pPr lvl="1">
              <a:spcBef>
                <a:spcPts val="1600"/>
              </a:spcBef>
              <a:spcAft>
                <a:spcPts val="0"/>
              </a:spcAft>
              <a:buSzPts val="1600"/>
              <a:buNone/>
              <a:defRPr sz="1600" b="1"/>
            </a:lvl2pPr>
            <a:lvl3pPr lvl="2">
              <a:spcBef>
                <a:spcPts val="1600"/>
              </a:spcBef>
              <a:spcAft>
                <a:spcPts val="0"/>
              </a:spcAft>
              <a:buSzPts val="1600"/>
              <a:buNone/>
              <a:defRPr sz="1600" b="1"/>
            </a:lvl3pPr>
            <a:lvl4pPr lvl="3">
              <a:spcBef>
                <a:spcPts val="1600"/>
              </a:spcBef>
              <a:spcAft>
                <a:spcPts val="0"/>
              </a:spcAft>
              <a:buSzPts val="1600"/>
              <a:buNone/>
              <a:defRPr sz="1600" b="1"/>
            </a:lvl4pPr>
            <a:lvl5pPr lvl="4">
              <a:spcBef>
                <a:spcPts val="1600"/>
              </a:spcBef>
              <a:spcAft>
                <a:spcPts val="0"/>
              </a:spcAft>
              <a:buSzPts val="1600"/>
              <a:buNone/>
              <a:defRPr sz="1600" b="1"/>
            </a:lvl5pPr>
            <a:lvl6pPr lvl="5">
              <a:spcBef>
                <a:spcPts val="1600"/>
              </a:spcBef>
              <a:spcAft>
                <a:spcPts val="0"/>
              </a:spcAft>
              <a:buSzPts val="1600"/>
              <a:buNone/>
              <a:defRPr sz="1600" b="1"/>
            </a:lvl6pPr>
            <a:lvl7pPr lvl="6">
              <a:spcBef>
                <a:spcPts val="1600"/>
              </a:spcBef>
              <a:spcAft>
                <a:spcPts val="0"/>
              </a:spcAft>
              <a:buSzPts val="1600"/>
              <a:buNone/>
              <a:defRPr sz="1600" b="1"/>
            </a:lvl7pPr>
            <a:lvl8pPr lvl="7">
              <a:spcBef>
                <a:spcPts val="1600"/>
              </a:spcBef>
              <a:spcAft>
                <a:spcPts val="0"/>
              </a:spcAft>
              <a:buSzPts val="1600"/>
              <a:buNone/>
              <a:defRPr sz="1600" b="1"/>
            </a:lvl8pPr>
            <a:lvl9pPr lvl="8">
              <a:spcBef>
                <a:spcPts val="1600"/>
              </a:spcBef>
              <a:spcAft>
                <a:spcPts val="160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41" name="Google Shape;141;p24"/>
          <p:cNvSpPr txBox="1">
            <a:spLocks noGrp="1"/>
          </p:cNvSpPr>
          <p:nvPr>
            <p:ph type="subTitle" idx="3"/>
          </p:nvPr>
        </p:nvSpPr>
        <p:spPr>
          <a:xfrm>
            <a:off x="6178164" y="3015506"/>
            <a:ext cx="1994100" cy="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1pPr>
            <a:lvl2pPr lvl="1">
              <a:spcBef>
                <a:spcPts val="1600"/>
              </a:spcBef>
              <a:spcAft>
                <a:spcPts val="0"/>
              </a:spcAft>
              <a:buSzPts val="1600"/>
              <a:buNone/>
              <a:defRPr sz="1600" b="1"/>
            </a:lvl2pPr>
            <a:lvl3pPr lvl="2">
              <a:spcBef>
                <a:spcPts val="1600"/>
              </a:spcBef>
              <a:spcAft>
                <a:spcPts val="0"/>
              </a:spcAft>
              <a:buSzPts val="1600"/>
              <a:buNone/>
              <a:defRPr sz="1600" b="1"/>
            </a:lvl3pPr>
            <a:lvl4pPr lvl="3">
              <a:spcBef>
                <a:spcPts val="1600"/>
              </a:spcBef>
              <a:spcAft>
                <a:spcPts val="0"/>
              </a:spcAft>
              <a:buSzPts val="1600"/>
              <a:buNone/>
              <a:defRPr sz="1600" b="1"/>
            </a:lvl4pPr>
            <a:lvl5pPr lvl="4">
              <a:spcBef>
                <a:spcPts val="1600"/>
              </a:spcBef>
              <a:spcAft>
                <a:spcPts val="0"/>
              </a:spcAft>
              <a:buSzPts val="1600"/>
              <a:buNone/>
              <a:defRPr sz="1600" b="1"/>
            </a:lvl5pPr>
            <a:lvl6pPr lvl="5">
              <a:spcBef>
                <a:spcPts val="1600"/>
              </a:spcBef>
              <a:spcAft>
                <a:spcPts val="0"/>
              </a:spcAft>
              <a:buSzPts val="1600"/>
              <a:buNone/>
              <a:defRPr sz="1600" b="1"/>
            </a:lvl6pPr>
            <a:lvl7pPr lvl="6">
              <a:spcBef>
                <a:spcPts val="1600"/>
              </a:spcBef>
              <a:spcAft>
                <a:spcPts val="0"/>
              </a:spcAft>
              <a:buSzPts val="1600"/>
              <a:buNone/>
              <a:defRPr sz="1600" b="1"/>
            </a:lvl7pPr>
            <a:lvl8pPr lvl="7">
              <a:spcBef>
                <a:spcPts val="1600"/>
              </a:spcBef>
              <a:spcAft>
                <a:spcPts val="0"/>
              </a:spcAft>
              <a:buSzPts val="1600"/>
              <a:buNone/>
              <a:defRPr sz="1600" b="1"/>
            </a:lvl8pPr>
            <a:lvl9pPr lvl="8">
              <a:spcBef>
                <a:spcPts val="1600"/>
              </a:spcBef>
              <a:spcAft>
                <a:spcPts val="160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42" name="Google Shape;142;p24"/>
          <p:cNvSpPr txBox="1">
            <a:spLocks noGrp="1"/>
          </p:cNvSpPr>
          <p:nvPr>
            <p:ph type="title"/>
          </p:nvPr>
        </p:nvSpPr>
        <p:spPr>
          <a:xfrm>
            <a:off x="1012050" y="309713"/>
            <a:ext cx="7706100" cy="67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drich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endParaRPr/>
          </a:p>
        </p:txBody>
      </p:sp>
      <p:sp>
        <p:nvSpPr>
          <p:cNvPr id="143" name="Google Shape;143;p24"/>
          <p:cNvSpPr txBox="1">
            <a:spLocks noGrp="1"/>
          </p:cNvSpPr>
          <p:nvPr>
            <p:ph type="body" idx="4"/>
          </p:nvPr>
        </p:nvSpPr>
        <p:spPr>
          <a:xfrm>
            <a:off x="891788" y="3343969"/>
            <a:ext cx="1994100" cy="69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1pPr>
            <a:lvl2pPr marL="914400" lvl="1" indent="-311150">
              <a:spcBef>
                <a:spcPts val="1600"/>
              </a:spcBef>
              <a:spcAft>
                <a:spcPts val="0"/>
              </a:spcAft>
              <a:buSzPts val="1300"/>
              <a:buChar char="○"/>
              <a:defRPr sz="1300"/>
            </a:lvl2pPr>
            <a:lvl3pPr marL="1371600" lvl="2" indent="-311150">
              <a:spcBef>
                <a:spcPts val="160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>
              <a:spcBef>
                <a:spcPts val="160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>
              <a:spcBef>
                <a:spcPts val="160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11150">
              <a:spcBef>
                <a:spcPts val="160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lvl="6" indent="-311150">
              <a:spcBef>
                <a:spcPts val="160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lvl="7" indent="-311150">
              <a:spcBef>
                <a:spcPts val="160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lvl="8" indent="-311150">
              <a:spcBef>
                <a:spcPts val="1600"/>
              </a:spcBef>
              <a:spcAft>
                <a:spcPts val="1600"/>
              </a:spcAft>
              <a:buSzPts val="1300"/>
              <a:buChar char="■"/>
              <a:defRPr sz="1300"/>
            </a:lvl9pPr>
          </a:lstStyle>
          <a:p>
            <a:endParaRPr/>
          </a:p>
        </p:txBody>
      </p:sp>
      <p:sp>
        <p:nvSpPr>
          <p:cNvPr id="144" name="Google Shape;144;p24"/>
          <p:cNvSpPr txBox="1">
            <a:spLocks noGrp="1"/>
          </p:cNvSpPr>
          <p:nvPr>
            <p:ph type="body" idx="5"/>
          </p:nvPr>
        </p:nvSpPr>
        <p:spPr>
          <a:xfrm>
            <a:off x="3534975" y="3335397"/>
            <a:ext cx="1994100" cy="69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1pPr>
            <a:lvl2pPr marL="914400" lvl="1" indent="-311150">
              <a:spcBef>
                <a:spcPts val="1600"/>
              </a:spcBef>
              <a:spcAft>
                <a:spcPts val="0"/>
              </a:spcAft>
              <a:buSzPts val="1300"/>
              <a:buChar char="○"/>
              <a:defRPr sz="1300"/>
            </a:lvl2pPr>
            <a:lvl3pPr marL="1371600" lvl="2" indent="-311150">
              <a:spcBef>
                <a:spcPts val="160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>
              <a:spcBef>
                <a:spcPts val="160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>
              <a:spcBef>
                <a:spcPts val="160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11150">
              <a:spcBef>
                <a:spcPts val="160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lvl="6" indent="-311150">
              <a:spcBef>
                <a:spcPts val="160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lvl="7" indent="-311150">
              <a:spcBef>
                <a:spcPts val="160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lvl="8" indent="-311150">
              <a:spcBef>
                <a:spcPts val="1600"/>
              </a:spcBef>
              <a:spcAft>
                <a:spcPts val="1600"/>
              </a:spcAft>
              <a:buSzPts val="1300"/>
              <a:buChar char="■"/>
              <a:defRPr sz="1300"/>
            </a:lvl9pPr>
          </a:lstStyle>
          <a:p>
            <a:endParaRPr/>
          </a:p>
        </p:txBody>
      </p:sp>
      <p:sp>
        <p:nvSpPr>
          <p:cNvPr id="145" name="Google Shape;145;p24"/>
          <p:cNvSpPr txBox="1">
            <a:spLocks noGrp="1"/>
          </p:cNvSpPr>
          <p:nvPr>
            <p:ph type="body" idx="6"/>
          </p:nvPr>
        </p:nvSpPr>
        <p:spPr>
          <a:xfrm>
            <a:off x="6178163" y="3325475"/>
            <a:ext cx="1994100" cy="69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1pPr>
            <a:lvl2pPr marL="914400" lvl="1" indent="-311150">
              <a:spcBef>
                <a:spcPts val="1600"/>
              </a:spcBef>
              <a:spcAft>
                <a:spcPts val="0"/>
              </a:spcAft>
              <a:buSzPts val="1300"/>
              <a:buChar char="○"/>
              <a:defRPr sz="1300"/>
            </a:lvl2pPr>
            <a:lvl3pPr marL="1371600" lvl="2" indent="-311150">
              <a:spcBef>
                <a:spcPts val="160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>
              <a:spcBef>
                <a:spcPts val="160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>
              <a:spcBef>
                <a:spcPts val="160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11150">
              <a:spcBef>
                <a:spcPts val="160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lvl="6" indent="-311150">
              <a:spcBef>
                <a:spcPts val="160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lvl="7" indent="-311150">
              <a:spcBef>
                <a:spcPts val="160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lvl="8" indent="-311150">
              <a:spcBef>
                <a:spcPts val="1600"/>
              </a:spcBef>
              <a:spcAft>
                <a:spcPts val="1600"/>
              </a:spcAft>
              <a:buSzPts val="1300"/>
              <a:buChar char="■"/>
              <a:defRPr sz="13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10 Text and Image">
  <p:cSld name="CUSTOM_9"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5"/>
          <p:cNvSpPr/>
          <p:nvPr/>
        </p:nvSpPr>
        <p:spPr>
          <a:xfrm>
            <a:off x="4376025" y="0"/>
            <a:ext cx="47679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25"/>
          <p:cNvSpPr/>
          <p:nvPr/>
        </p:nvSpPr>
        <p:spPr>
          <a:xfrm>
            <a:off x="341100" y="309713"/>
            <a:ext cx="671100" cy="6711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25"/>
          <p:cNvSpPr txBox="1">
            <a:spLocks noGrp="1"/>
          </p:cNvSpPr>
          <p:nvPr>
            <p:ph type="title"/>
          </p:nvPr>
        </p:nvSpPr>
        <p:spPr>
          <a:xfrm>
            <a:off x="308456" y="1295250"/>
            <a:ext cx="3343800" cy="178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300"/>
              <a:buNone/>
              <a:defRPr sz="11300"/>
            </a:lvl2pPr>
            <a:lvl3pPr lvl="2">
              <a:spcBef>
                <a:spcPts val="0"/>
              </a:spcBef>
              <a:spcAft>
                <a:spcPts val="0"/>
              </a:spcAft>
              <a:buSzPts val="11300"/>
              <a:buNone/>
              <a:defRPr sz="11300"/>
            </a:lvl3pPr>
            <a:lvl4pPr lvl="3">
              <a:spcBef>
                <a:spcPts val="0"/>
              </a:spcBef>
              <a:spcAft>
                <a:spcPts val="0"/>
              </a:spcAft>
              <a:buSzPts val="11300"/>
              <a:buNone/>
              <a:defRPr sz="11300"/>
            </a:lvl4pPr>
            <a:lvl5pPr lvl="4">
              <a:spcBef>
                <a:spcPts val="0"/>
              </a:spcBef>
              <a:spcAft>
                <a:spcPts val="0"/>
              </a:spcAft>
              <a:buSzPts val="11300"/>
              <a:buNone/>
              <a:defRPr sz="11300"/>
            </a:lvl5pPr>
            <a:lvl6pPr lvl="5">
              <a:spcBef>
                <a:spcPts val="0"/>
              </a:spcBef>
              <a:spcAft>
                <a:spcPts val="0"/>
              </a:spcAft>
              <a:buSzPts val="11300"/>
              <a:buNone/>
              <a:defRPr sz="11300"/>
            </a:lvl6pPr>
            <a:lvl7pPr lvl="6">
              <a:spcBef>
                <a:spcPts val="0"/>
              </a:spcBef>
              <a:spcAft>
                <a:spcPts val="0"/>
              </a:spcAft>
              <a:buSzPts val="11300"/>
              <a:buNone/>
              <a:defRPr sz="11300"/>
            </a:lvl7pPr>
            <a:lvl8pPr lvl="7">
              <a:spcBef>
                <a:spcPts val="0"/>
              </a:spcBef>
              <a:spcAft>
                <a:spcPts val="0"/>
              </a:spcAft>
              <a:buSzPts val="11300"/>
              <a:buNone/>
              <a:defRPr sz="11300"/>
            </a:lvl8pPr>
            <a:lvl9pPr lvl="8">
              <a:spcBef>
                <a:spcPts val="0"/>
              </a:spcBef>
              <a:spcAft>
                <a:spcPts val="0"/>
              </a:spcAft>
              <a:buSzPts val="11300"/>
              <a:buNone/>
              <a:defRPr sz="11300"/>
            </a:lvl9pPr>
          </a:lstStyle>
          <a:p>
            <a:endParaRPr/>
          </a:p>
        </p:txBody>
      </p:sp>
      <p:sp>
        <p:nvSpPr>
          <p:cNvPr id="150" name="Google Shape;150;p25"/>
          <p:cNvSpPr/>
          <p:nvPr/>
        </p:nvSpPr>
        <p:spPr>
          <a:xfrm>
            <a:off x="0" y="4290300"/>
            <a:ext cx="3111300" cy="8532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25"/>
          <p:cNvSpPr txBox="1"/>
          <p:nvPr/>
        </p:nvSpPr>
        <p:spPr>
          <a:xfrm rot="5400000">
            <a:off x="-509475" y="4648763"/>
            <a:ext cx="1184700" cy="28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SLIDESMANIA.COM</a:t>
            </a:r>
            <a:endParaRPr sz="900">
              <a:solidFill>
                <a:schemeClr val="dk1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11 Background image">
  <p:cSld name="CUSTOM_10"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6"/>
          <p:cNvSpPr txBox="1">
            <a:spLocks noGrp="1"/>
          </p:cNvSpPr>
          <p:nvPr>
            <p:ph type="title"/>
          </p:nvPr>
        </p:nvSpPr>
        <p:spPr>
          <a:xfrm>
            <a:off x="5417531" y="1566000"/>
            <a:ext cx="3343800" cy="178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300"/>
              <a:buNone/>
              <a:defRPr sz="11300"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300"/>
              <a:buNone/>
              <a:defRPr sz="11300"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300"/>
              <a:buNone/>
              <a:defRPr sz="11300"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300"/>
              <a:buNone/>
              <a:defRPr sz="11300"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300"/>
              <a:buNone/>
              <a:defRPr sz="11300"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300"/>
              <a:buNone/>
              <a:defRPr sz="11300"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300"/>
              <a:buNone/>
              <a:defRPr sz="11300"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300"/>
              <a:buNone/>
              <a:defRPr sz="113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54" name="Google Shape;154;p26"/>
          <p:cNvSpPr/>
          <p:nvPr/>
        </p:nvSpPr>
        <p:spPr>
          <a:xfrm>
            <a:off x="284344" y="99900"/>
            <a:ext cx="7324500" cy="4892700"/>
          </a:xfrm>
          <a:prstGeom prst="rect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12 Percentages">
  <p:cSld name="CUSTOM_11"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7"/>
          <p:cNvSpPr/>
          <p:nvPr/>
        </p:nvSpPr>
        <p:spPr>
          <a:xfrm>
            <a:off x="-225" y="1635581"/>
            <a:ext cx="9144000" cy="1773300"/>
          </a:xfrm>
          <a:prstGeom prst="rect">
            <a:avLst/>
          </a:prstGeom>
          <a:solidFill>
            <a:schemeClr val="accent4"/>
          </a:solidFill>
          <a:ln w="2857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27"/>
          <p:cNvSpPr txBox="1">
            <a:spLocks noGrp="1"/>
          </p:cNvSpPr>
          <p:nvPr>
            <p:ph type="title" hasCustomPrompt="1"/>
          </p:nvPr>
        </p:nvSpPr>
        <p:spPr>
          <a:xfrm>
            <a:off x="536269" y="1783613"/>
            <a:ext cx="2211300" cy="89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1pPr>
            <a:lvl2pPr lvl="1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2pPr>
            <a:lvl3pPr lvl="2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3pPr>
            <a:lvl4pPr lvl="3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4pPr>
            <a:lvl5pPr lvl="4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5pPr>
            <a:lvl6pPr lvl="5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6pPr>
            <a:lvl7pPr lvl="6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7pPr>
            <a:lvl8pPr lvl="7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8pPr>
            <a:lvl9pPr lvl="8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9pPr>
          </a:lstStyle>
          <a:p>
            <a:r>
              <a:t>xx%</a:t>
            </a:r>
          </a:p>
        </p:txBody>
      </p:sp>
      <p:sp>
        <p:nvSpPr>
          <p:cNvPr id="158" name="Google Shape;158;p27"/>
          <p:cNvSpPr txBox="1">
            <a:spLocks noGrp="1"/>
          </p:cNvSpPr>
          <p:nvPr>
            <p:ph type="title" idx="2"/>
          </p:nvPr>
        </p:nvSpPr>
        <p:spPr>
          <a:xfrm>
            <a:off x="1012050" y="309713"/>
            <a:ext cx="7812300" cy="69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drich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riffy"/>
              <a:buNone/>
              <a:defRPr sz="3000">
                <a:solidFill>
                  <a:schemeClr val="dk1"/>
                </a:solidFill>
                <a:latin typeface="Griffy"/>
                <a:ea typeface="Griffy"/>
                <a:cs typeface="Griffy"/>
                <a:sym typeface="Griff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riffy"/>
              <a:buNone/>
              <a:defRPr sz="3000">
                <a:solidFill>
                  <a:schemeClr val="dk1"/>
                </a:solidFill>
                <a:latin typeface="Griffy"/>
                <a:ea typeface="Griffy"/>
                <a:cs typeface="Griffy"/>
                <a:sym typeface="Griff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riffy"/>
              <a:buNone/>
              <a:defRPr sz="3000">
                <a:solidFill>
                  <a:schemeClr val="dk1"/>
                </a:solidFill>
                <a:latin typeface="Griffy"/>
                <a:ea typeface="Griffy"/>
                <a:cs typeface="Griffy"/>
                <a:sym typeface="Griff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riffy"/>
              <a:buNone/>
              <a:defRPr sz="3000">
                <a:solidFill>
                  <a:schemeClr val="dk1"/>
                </a:solidFill>
                <a:latin typeface="Griffy"/>
                <a:ea typeface="Griffy"/>
                <a:cs typeface="Griffy"/>
                <a:sym typeface="Griff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riffy"/>
              <a:buNone/>
              <a:defRPr sz="3000">
                <a:solidFill>
                  <a:schemeClr val="dk1"/>
                </a:solidFill>
                <a:latin typeface="Griffy"/>
                <a:ea typeface="Griffy"/>
                <a:cs typeface="Griffy"/>
                <a:sym typeface="Griff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riffy"/>
              <a:buNone/>
              <a:defRPr sz="3000">
                <a:solidFill>
                  <a:schemeClr val="dk1"/>
                </a:solidFill>
                <a:latin typeface="Griffy"/>
                <a:ea typeface="Griffy"/>
                <a:cs typeface="Griffy"/>
                <a:sym typeface="Griff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riffy"/>
              <a:buNone/>
              <a:defRPr sz="3000">
                <a:solidFill>
                  <a:schemeClr val="dk1"/>
                </a:solidFill>
                <a:latin typeface="Griffy"/>
                <a:ea typeface="Griffy"/>
                <a:cs typeface="Griffy"/>
                <a:sym typeface="Griff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riffy"/>
              <a:buNone/>
              <a:defRPr sz="3000">
                <a:solidFill>
                  <a:schemeClr val="dk1"/>
                </a:solidFill>
                <a:latin typeface="Griffy"/>
                <a:ea typeface="Griffy"/>
                <a:cs typeface="Griffy"/>
                <a:sym typeface="Griffy"/>
              </a:defRPr>
            </a:lvl9pPr>
          </a:lstStyle>
          <a:p>
            <a:endParaRPr/>
          </a:p>
        </p:txBody>
      </p:sp>
      <p:sp>
        <p:nvSpPr>
          <p:cNvPr id="159" name="Google Shape;159;p27"/>
          <p:cNvSpPr txBox="1">
            <a:spLocks noGrp="1"/>
          </p:cNvSpPr>
          <p:nvPr>
            <p:ph type="title" idx="3" hasCustomPrompt="1"/>
          </p:nvPr>
        </p:nvSpPr>
        <p:spPr>
          <a:xfrm>
            <a:off x="3387252" y="1783613"/>
            <a:ext cx="2211300" cy="89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1pPr>
            <a:lvl2pPr lvl="1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2pPr>
            <a:lvl3pPr lvl="2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3pPr>
            <a:lvl4pPr lvl="3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4pPr>
            <a:lvl5pPr lvl="4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5pPr>
            <a:lvl6pPr lvl="5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6pPr>
            <a:lvl7pPr lvl="6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7pPr>
            <a:lvl8pPr lvl="7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8pPr>
            <a:lvl9pPr lvl="8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9pPr>
          </a:lstStyle>
          <a:p>
            <a:r>
              <a:t>xx%</a:t>
            </a:r>
          </a:p>
        </p:txBody>
      </p:sp>
      <p:sp>
        <p:nvSpPr>
          <p:cNvPr id="160" name="Google Shape;160;p27"/>
          <p:cNvSpPr txBox="1">
            <a:spLocks noGrp="1"/>
          </p:cNvSpPr>
          <p:nvPr>
            <p:ph type="title" idx="4" hasCustomPrompt="1"/>
          </p:nvPr>
        </p:nvSpPr>
        <p:spPr>
          <a:xfrm>
            <a:off x="6361090" y="1783613"/>
            <a:ext cx="2211300" cy="89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1pPr>
            <a:lvl2pPr lvl="1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2pPr>
            <a:lvl3pPr lvl="2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3pPr>
            <a:lvl4pPr lvl="3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4pPr>
            <a:lvl5pPr lvl="4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5pPr>
            <a:lvl6pPr lvl="5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6pPr>
            <a:lvl7pPr lvl="6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7pPr>
            <a:lvl8pPr lvl="7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8pPr>
            <a:lvl9pPr lvl="8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9pPr>
          </a:lstStyle>
          <a:p>
            <a:r>
              <a:t>xx%</a:t>
            </a:r>
          </a:p>
        </p:txBody>
      </p:sp>
      <p:sp>
        <p:nvSpPr>
          <p:cNvPr id="161" name="Google Shape;161;p27"/>
          <p:cNvSpPr txBox="1">
            <a:spLocks noGrp="1"/>
          </p:cNvSpPr>
          <p:nvPr>
            <p:ph type="body" idx="1"/>
          </p:nvPr>
        </p:nvSpPr>
        <p:spPr>
          <a:xfrm>
            <a:off x="6361085" y="2714794"/>
            <a:ext cx="2211300" cy="69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65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 sz="1700"/>
            </a:lvl1pPr>
            <a:lvl2pPr marL="914400" lvl="1" indent="-3365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  <a:defRPr sz="1700"/>
            </a:lvl2pPr>
            <a:lvl3pPr marL="1371600" lvl="2" indent="-3365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■"/>
              <a:defRPr sz="1700"/>
            </a:lvl3pPr>
            <a:lvl4pPr marL="1828800" lvl="3" indent="-3365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 sz="1700"/>
            </a:lvl4pPr>
            <a:lvl5pPr marL="2286000" lvl="4" indent="-3365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  <a:defRPr sz="1700"/>
            </a:lvl5pPr>
            <a:lvl6pPr marL="2743200" lvl="5" indent="-3365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■"/>
              <a:defRPr sz="1700"/>
            </a:lvl6pPr>
            <a:lvl7pPr marL="3200400" lvl="6" indent="-3365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 sz="1700"/>
            </a:lvl7pPr>
            <a:lvl8pPr marL="3657600" lvl="7" indent="-3365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  <a:defRPr sz="1700"/>
            </a:lvl8pPr>
            <a:lvl9pPr marL="4114800" lvl="8" indent="-3365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■"/>
              <a:defRPr sz="1700"/>
            </a:lvl9pPr>
          </a:lstStyle>
          <a:p>
            <a:endParaRPr/>
          </a:p>
        </p:txBody>
      </p:sp>
      <p:sp>
        <p:nvSpPr>
          <p:cNvPr id="162" name="Google Shape;162;p27"/>
          <p:cNvSpPr txBox="1">
            <a:spLocks noGrp="1"/>
          </p:cNvSpPr>
          <p:nvPr>
            <p:ph type="body" idx="5"/>
          </p:nvPr>
        </p:nvSpPr>
        <p:spPr>
          <a:xfrm>
            <a:off x="3387259" y="2706431"/>
            <a:ext cx="2211300" cy="69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65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 sz="1700"/>
            </a:lvl1pPr>
            <a:lvl2pPr marL="914400" lvl="1" indent="-3365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  <a:defRPr sz="1700"/>
            </a:lvl2pPr>
            <a:lvl3pPr marL="1371600" lvl="2" indent="-3365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■"/>
              <a:defRPr sz="1700"/>
            </a:lvl3pPr>
            <a:lvl4pPr marL="1828800" lvl="3" indent="-3365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 sz="1700"/>
            </a:lvl4pPr>
            <a:lvl5pPr marL="2286000" lvl="4" indent="-3365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  <a:defRPr sz="1700"/>
            </a:lvl5pPr>
            <a:lvl6pPr marL="2743200" lvl="5" indent="-3365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■"/>
              <a:defRPr sz="1700"/>
            </a:lvl6pPr>
            <a:lvl7pPr marL="3200400" lvl="6" indent="-3365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 sz="1700"/>
            </a:lvl7pPr>
            <a:lvl8pPr marL="3657600" lvl="7" indent="-3365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  <a:defRPr sz="1700"/>
            </a:lvl8pPr>
            <a:lvl9pPr marL="4114800" lvl="8" indent="-3365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■"/>
              <a:defRPr sz="1700"/>
            </a:lvl9pPr>
          </a:lstStyle>
          <a:p>
            <a:endParaRPr/>
          </a:p>
        </p:txBody>
      </p:sp>
      <p:sp>
        <p:nvSpPr>
          <p:cNvPr id="163" name="Google Shape;163;p27"/>
          <p:cNvSpPr txBox="1">
            <a:spLocks noGrp="1"/>
          </p:cNvSpPr>
          <p:nvPr>
            <p:ph type="body" idx="6"/>
          </p:nvPr>
        </p:nvSpPr>
        <p:spPr>
          <a:xfrm>
            <a:off x="536269" y="2706431"/>
            <a:ext cx="2211300" cy="69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65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 sz="1700"/>
            </a:lvl1pPr>
            <a:lvl2pPr marL="914400" lvl="1" indent="-3365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  <a:defRPr sz="1700"/>
            </a:lvl2pPr>
            <a:lvl3pPr marL="1371600" lvl="2" indent="-3365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■"/>
              <a:defRPr sz="1700"/>
            </a:lvl3pPr>
            <a:lvl4pPr marL="1828800" lvl="3" indent="-3365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 sz="1700"/>
            </a:lvl4pPr>
            <a:lvl5pPr marL="2286000" lvl="4" indent="-3365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  <a:defRPr sz="1700"/>
            </a:lvl5pPr>
            <a:lvl6pPr marL="2743200" lvl="5" indent="-3365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■"/>
              <a:defRPr sz="1700"/>
            </a:lvl6pPr>
            <a:lvl7pPr marL="3200400" lvl="6" indent="-3365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 sz="1700"/>
            </a:lvl7pPr>
            <a:lvl8pPr marL="3657600" lvl="7" indent="-3365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  <a:defRPr sz="1700"/>
            </a:lvl8pPr>
            <a:lvl9pPr marL="4114800" lvl="8" indent="-3365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■"/>
              <a:defRPr sz="1700"/>
            </a:lvl9pPr>
          </a:lstStyle>
          <a:p>
            <a:endParaRPr/>
          </a:p>
        </p:txBody>
      </p:sp>
      <p:sp>
        <p:nvSpPr>
          <p:cNvPr id="164" name="Google Shape;164;p27"/>
          <p:cNvSpPr/>
          <p:nvPr/>
        </p:nvSpPr>
        <p:spPr>
          <a:xfrm>
            <a:off x="341100" y="309713"/>
            <a:ext cx="671100" cy="6711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27"/>
          <p:cNvSpPr/>
          <p:nvPr/>
        </p:nvSpPr>
        <p:spPr>
          <a:xfrm>
            <a:off x="-225" y="4567500"/>
            <a:ext cx="9144000" cy="5760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27"/>
          <p:cNvSpPr txBox="1"/>
          <p:nvPr/>
        </p:nvSpPr>
        <p:spPr>
          <a:xfrm rot="5400000">
            <a:off x="-509475" y="4648763"/>
            <a:ext cx="1184700" cy="28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SLIDESMANIA.COM</a:t>
            </a:r>
            <a:endParaRPr sz="900">
              <a:solidFill>
                <a:schemeClr val="dk1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13 Six columns">
  <p:cSld name="CUSTOM_12"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8"/>
          <p:cNvSpPr/>
          <p:nvPr/>
        </p:nvSpPr>
        <p:spPr>
          <a:xfrm>
            <a:off x="0" y="113"/>
            <a:ext cx="60243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28"/>
          <p:cNvSpPr/>
          <p:nvPr/>
        </p:nvSpPr>
        <p:spPr>
          <a:xfrm>
            <a:off x="674906" y="625181"/>
            <a:ext cx="8138700" cy="4179000"/>
          </a:xfrm>
          <a:prstGeom prst="rect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28"/>
          <p:cNvSpPr/>
          <p:nvPr/>
        </p:nvSpPr>
        <p:spPr>
          <a:xfrm>
            <a:off x="341100" y="309713"/>
            <a:ext cx="671100" cy="6711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28"/>
          <p:cNvSpPr txBox="1">
            <a:spLocks noGrp="1"/>
          </p:cNvSpPr>
          <p:nvPr>
            <p:ph type="subTitle" idx="1"/>
          </p:nvPr>
        </p:nvSpPr>
        <p:spPr>
          <a:xfrm>
            <a:off x="947063" y="1636913"/>
            <a:ext cx="2262300" cy="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500"/>
              <a:buNone/>
              <a:defRPr sz="1500" b="1"/>
            </a:lvl1pPr>
            <a:lvl2pPr lvl="1">
              <a:spcBef>
                <a:spcPts val="1600"/>
              </a:spcBef>
              <a:spcAft>
                <a:spcPts val="0"/>
              </a:spcAft>
              <a:buSzPts val="1500"/>
              <a:buNone/>
              <a:defRPr sz="1500" b="1"/>
            </a:lvl2pPr>
            <a:lvl3pPr lvl="2">
              <a:spcBef>
                <a:spcPts val="1600"/>
              </a:spcBef>
              <a:spcAft>
                <a:spcPts val="0"/>
              </a:spcAft>
              <a:buSzPts val="1500"/>
              <a:buNone/>
              <a:defRPr sz="1500" b="1"/>
            </a:lvl3pPr>
            <a:lvl4pPr lvl="3">
              <a:spcBef>
                <a:spcPts val="1600"/>
              </a:spcBef>
              <a:spcAft>
                <a:spcPts val="0"/>
              </a:spcAft>
              <a:buSzPts val="1500"/>
              <a:buNone/>
              <a:defRPr sz="1500" b="1"/>
            </a:lvl4pPr>
            <a:lvl5pPr lvl="4">
              <a:spcBef>
                <a:spcPts val="1600"/>
              </a:spcBef>
              <a:spcAft>
                <a:spcPts val="0"/>
              </a:spcAft>
              <a:buSzPts val="1500"/>
              <a:buNone/>
              <a:defRPr sz="1500" b="1"/>
            </a:lvl5pPr>
            <a:lvl6pPr lvl="5">
              <a:spcBef>
                <a:spcPts val="1600"/>
              </a:spcBef>
              <a:spcAft>
                <a:spcPts val="0"/>
              </a:spcAft>
              <a:buSzPts val="1500"/>
              <a:buNone/>
              <a:defRPr sz="1500" b="1"/>
            </a:lvl6pPr>
            <a:lvl7pPr lvl="6">
              <a:spcBef>
                <a:spcPts val="1600"/>
              </a:spcBef>
              <a:spcAft>
                <a:spcPts val="0"/>
              </a:spcAft>
              <a:buSzPts val="1500"/>
              <a:buNone/>
              <a:defRPr sz="1500" b="1"/>
            </a:lvl7pPr>
            <a:lvl8pPr lvl="7">
              <a:spcBef>
                <a:spcPts val="1600"/>
              </a:spcBef>
              <a:spcAft>
                <a:spcPts val="0"/>
              </a:spcAft>
              <a:buSzPts val="1500"/>
              <a:buNone/>
              <a:defRPr sz="1500" b="1"/>
            </a:lvl8pPr>
            <a:lvl9pPr lvl="8">
              <a:spcBef>
                <a:spcPts val="1600"/>
              </a:spcBef>
              <a:spcAft>
                <a:spcPts val="1600"/>
              </a:spcAft>
              <a:buSzPts val="1500"/>
              <a:buNone/>
              <a:defRPr sz="1500" b="1"/>
            </a:lvl9pPr>
          </a:lstStyle>
          <a:p>
            <a:endParaRPr/>
          </a:p>
        </p:txBody>
      </p:sp>
      <p:sp>
        <p:nvSpPr>
          <p:cNvPr id="172" name="Google Shape;172;p28"/>
          <p:cNvSpPr txBox="1">
            <a:spLocks noGrp="1"/>
          </p:cNvSpPr>
          <p:nvPr>
            <p:ph type="subTitle" idx="2"/>
          </p:nvPr>
        </p:nvSpPr>
        <p:spPr>
          <a:xfrm>
            <a:off x="947063" y="3029456"/>
            <a:ext cx="2262300" cy="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500"/>
              <a:buNone/>
              <a:defRPr sz="1500" b="1"/>
            </a:lvl1pPr>
            <a:lvl2pPr lvl="1">
              <a:spcBef>
                <a:spcPts val="1600"/>
              </a:spcBef>
              <a:spcAft>
                <a:spcPts val="0"/>
              </a:spcAft>
              <a:buSzPts val="1500"/>
              <a:buNone/>
              <a:defRPr sz="1500" b="1"/>
            </a:lvl2pPr>
            <a:lvl3pPr lvl="2">
              <a:spcBef>
                <a:spcPts val="1600"/>
              </a:spcBef>
              <a:spcAft>
                <a:spcPts val="0"/>
              </a:spcAft>
              <a:buSzPts val="1500"/>
              <a:buNone/>
              <a:defRPr sz="1500" b="1"/>
            </a:lvl3pPr>
            <a:lvl4pPr lvl="3">
              <a:spcBef>
                <a:spcPts val="1600"/>
              </a:spcBef>
              <a:spcAft>
                <a:spcPts val="0"/>
              </a:spcAft>
              <a:buSzPts val="1500"/>
              <a:buNone/>
              <a:defRPr sz="1500" b="1"/>
            </a:lvl4pPr>
            <a:lvl5pPr lvl="4">
              <a:spcBef>
                <a:spcPts val="1600"/>
              </a:spcBef>
              <a:spcAft>
                <a:spcPts val="0"/>
              </a:spcAft>
              <a:buSzPts val="1500"/>
              <a:buNone/>
              <a:defRPr sz="1500" b="1"/>
            </a:lvl5pPr>
            <a:lvl6pPr lvl="5">
              <a:spcBef>
                <a:spcPts val="1600"/>
              </a:spcBef>
              <a:spcAft>
                <a:spcPts val="0"/>
              </a:spcAft>
              <a:buSzPts val="1500"/>
              <a:buNone/>
              <a:defRPr sz="1500" b="1"/>
            </a:lvl6pPr>
            <a:lvl7pPr lvl="6">
              <a:spcBef>
                <a:spcPts val="1600"/>
              </a:spcBef>
              <a:spcAft>
                <a:spcPts val="0"/>
              </a:spcAft>
              <a:buSzPts val="1500"/>
              <a:buNone/>
              <a:defRPr sz="1500" b="1"/>
            </a:lvl7pPr>
            <a:lvl8pPr lvl="7">
              <a:spcBef>
                <a:spcPts val="1600"/>
              </a:spcBef>
              <a:spcAft>
                <a:spcPts val="0"/>
              </a:spcAft>
              <a:buSzPts val="1500"/>
              <a:buNone/>
              <a:defRPr sz="1500" b="1"/>
            </a:lvl8pPr>
            <a:lvl9pPr lvl="8">
              <a:spcBef>
                <a:spcPts val="1600"/>
              </a:spcBef>
              <a:spcAft>
                <a:spcPts val="1600"/>
              </a:spcAft>
              <a:buSzPts val="1500"/>
              <a:buNone/>
              <a:defRPr sz="1500" b="1"/>
            </a:lvl9pPr>
          </a:lstStyle>
          <a:p>
            <a:endParaRPr/>
          </a:p>
        </p:txBody>
      </p:sp>
      <p:sp>
        <p:nvSpPr>
          <p:cNvPr id="173" name="Google Shape;173;p28"/>
          <p:cNvSpPr txBox="1">
            <a:spLocks noGrp="1"/>
          </p:cNvSpPr>
          <p:nvPr>
            <p:ph type="subTitle" idx="3"/>
          </p:nvPr>
        </p:nvSpPr>
        <p:spPr>
          <a:xfrm>
            <a:off x="6279309" y="1643948"/>
            <a:ext cx="2262300" cy="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500"/>
              <a:buNone/>
              <a:defRPr sz="1500" b="1"/>
            </a:lvl1pPr>
            <a:lvl2pPr lvl="1">
              <a:spcBef>
                <a:spcPts val="1600"/>
              </a:spcBef>
              <a:spcAft>
                <a:spcPts val="0"/>
              </a:spcAft>
              <a:buSzPts val="1500"/>
              <a:buNone/>
              <a:defRPr sz="1500" b="1"/>
            </a:lvl2pPr>
            <a:lvl3pPr lvl="2">
              <a:spcBef>
                <a:spcPts val="1600"/>
              </a:spcBef>
              <a:spcAft>
                <a:spcPts val="0"/>
              </a:spcAft>
              <a:buSzPts val="1500"/>
              <a:buNone/>
              <a:defRPr sz="1500" b="1"/>
            </a:lvl3pPr>
            <a:lvl4pPr lvl="3">
              <a:spcBef>
                <a:spcPts val="1600"/>
              </a:spcBef>
              <a:spcAft>
                <a:spcPts val="0"/>
              </a:spcAft>
              <a:buSzPts val="1500"/>
              <a:buNone/>
              <a:defRPr sz="1500" b="1"/>
            </a:lvl4pPr>
            <a:lvl5pPr lvl="4">
              <a:spcBef>
                <a:spcPts val="1600"/>
              </a:spcBef>
              <a:spcAft>
                <a:spcPts val="0"/>
              </a:spcAft>
              <a:buSzPts val="1500"/>
              <a:buNone/>
              <a:defRPr sz="1500" b="1"/>
            </a:lvl5pPr>
            <a:lvl6pPr lvl="5">
              <a:spcBef>
                <a:spcPts val="1600"/>
              </a:spcBef>
              <a:spcAft>
                <a:spcPts val="0"/>
              </a:spcAft>
              <a:buSzPts val="1500"/>
              <a:buNone/>
              <a:defRPr sz="1500" b="1"/>
            </a:lvl6pPr>
            <a:lvl7pPr lvl="6">
              <a:spcBef>
                <a:spcPts val="1600"/>
              </a:spcBef>
              <a:spcAft>
                <a:spcPts val="0"/>
              </a:spcAft>
              <a:buSzPts val="1500"/>
              <a:buNone/>
              <a:defRPr sz="1500" b="1"/>
            </a:lvl7pPr>
            <a:lvl8pPr lvl="7">
              <a:spcBef>
                <a:spcPts val="1600"/>
              </a:spcBef>
              <a:spcAft>
                <a:spcPts val="0"/>
              </a:spcAft>
              <a:buSzPts val="1500"/>
              <a:buNone/>
              <a:defRPr sz="1500" b="1"/>
            </a:lvl8pPr>
            <a:lvl9pPr lvl="8">
              <a:spcBef>
                <a:spcPts val="1600"/>
              </a:spcBef>
              <a:spcAft>
                <a:spcPts val="1600"/>
              </a:spcAft>
              <a:buSzPts val="1500"/>
              <a:buNone/>
              <a:defRPr sz="1500" b="1"/>
            </a:lvl9pPr>
          </a:lstStyle>
          <a:p>
            <a:endParaRPr/>
          </a:p>
        </p:txBody>
      </p:sp>
      <p:sp>
        <p:nvSpPr>
          <p:cNvPr id="174" name="Google Shape;174;p28"/>
          <p:cNvSpPr txBox="1">
            <a:spLocks noGrp="1"/>
          </p:cNvSpPr>
          <p:nvPr>
            <p:ph type="subTitle" idx="4"/>
          </p:nvPr>
        </p:nvSpPr>
        <p:spPr>
          <a:xfrm>
            <a:off x="3627588" y="1649925"/>
            <a:ext cx="2262300" cy="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500"/>
              <a:buNone/>
              <a:defRPr sz="1500" b="1"/>
            </a:lvl1pPr>
            <a:lvl2pPr lvl="1">
              <a:spcBef>
                <a:spcPts val="1600"/>
              </a:spcBef>
              <a:spcAft>
                <a:spcPts val="0"/>
              </a:spcAft>
              <a:buSzPts val="1500"/>
              <a:buNone/>
              <a:defRPr sz="1500" b="1"/>
            </a:lvl2pPr>
            <a:lvl3pPr lvl="2">
              <a:spcBef>
                <a:spcPts val="1600"/>
              </a:spcBef>
              <a:spcAft>
                <a:spcPts val="0"/>
              </a:spcAft>
              <a:buSzPts val="1500"/>
              <a:buNone/>
              <a:defRPr sz="1500" b="1"/>
            </a:lvl3pPr>
            <a:lvl4pPr lvl="3">
              <a:spcBef>
                <a:spcPts val="1600"/>
              </a:spcBef>
              <a:spcAft>
                <a:spcPts val="0"/>
              </a:spcAft>
              <a:buSzPts val="1500"/>
              <a:buNone/>
              <a:defRPr sz="1500" b="1"/>
            </a:lvl4pPr>
            <a:lvl5pPr lvl="4">
              <a:spcBef>
                <a:spcPts val="1600"/>
              </a:spcBef>
              <a:spcAft>
                <a:spcPts val="0"/>
              </a:spcAft>
              <a:buSzPts val="1500"/>
              <a:buNone/>
              <a:defRPr sz="1500" b="1"/>
            </a:lvl5pPr>
            <a:lvl6pPr lvl="5">
              <a:spcBef>
                <a:spcPts val="1600"/>
              </a:spcBef>
              <a:spcAft>
                <a:spcPts val="0"/>
              </a:spcAft>
              <a:buSzPts val="1500"/>
              <a:buNone/>
              <a:defRPr sz="1500" b="1"/>
            </a:lvl6pPr>
            <a:lvl7pPr lvl="6">
              <a:spcBef>
                <a:spcPts val="1600"/>
              </a:spcBef>
              <a:spcAft>
                <a:spcPts val="0"/>
              </a:spcAft>
              <a:buSzPts val="1500"/>
              <a:buNone/>
              <a:defRPr sz="1500" b="1"/>
            </a:lvl7pPr>
            <a:lvl8pPr lvl="7">
              <a:spcBef>
                <a:spcPts val="1600"/>
              </a:spcBef>
              <a:spcAft>
                <a:spcPts val="0"/>
              </a:spcAft>
              <a:buSzPts val="1500"/>
              <a:buNone/>
              <a:defRPr sz="1500" b="1"/>
            </a:lvl8pPr>
            <a:lvl9pPr lvl="8">
              <a:spcBef>
                <a:spcPts val="1600"/>
              </a:spcBef>
              <a:spcAft>
                <a:spcPts val="1600"/>
              </a:spcAft>
              <a:buSzPts val="1500"/>
              <a:buNone/>
              <a:defRPr sz="1500" b="1"/>
            </a:lvl9pPr>
          </a:lstStyle>
          <a:p>
            <a:endParaRPr/>
          </a:p>
        </p:txBody>
      </p:sp>
      <p:sp>
        <p:nvSpPr>
          <p:cNvPr id="175" name="Google Shape;175;p28"/>
          <p:cNvSpPr txBox="1">
            <a:spLocks noGrp="1"/>
          </p:cNvSpPr>
          <p:nvPr>
            <p:ph type="subTitle" idx="5"/>
          </p:nvPr>
        </p:nvSpPr>
        <p:spPr>
          <a:xfrm>
            <a:off x="3627588" y="3029456"/>
            <a:ext cx="2262300" cy="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500"/>
              <a:buNone/>
              <a:defRPr sz="1500" b="1"/>
            </a:lvl1pPr>
            <a:lvl2pPr lvl="1">
              <a:spcBef>
                <a:spcPts val="1600"/>
              </a:spcBef>
              <a:spcAft>
                <a:spcPts val="0"/>
              </a:spcAft>
              <a:buSzPts val="1500"/>
              <a:buNone/>
              <a:defRPr sz="1500" b="1"/>
            </a:lvl2pPr>
            <a:lvl3pPr lvl="2">
              <a:spcBef>
                <a:spcPts val="1600"/>
              </a:spcBef>
              <a:spcAft>
                <a:spcPts val="0"/>
              </a:spcAft>
              <a:buSzPts val="1500"/>
              <a:buNone/>
              <a:defRPr sz="1500" b="1"/>
            </a:lvl3pPr>
            <a:lvl4pPr lvl="3">
              <a:spcBef>
                <a:spcPts val="1600"/>
              </a:spcBef>
              <a:spcAft>
                <a:spcPts val="0"/>
              </a:spcAft>
              <a:buSzPts val="1500"/>
              <a:buNone/>
              <a:defRPr sz="1500" b="1"/>
            </a:lvl4pPr>
            <a:lvl5pPr lvl="4">
              <a:spcBef>
                <a:spcPts val="1600"/>
              </a:spcBef>
              <a:spcAft>
                <a:spcPts val="0"/>
              </a:spcAft>
              <a:buSzPts val="1500"/>
              <a:buNone/>
              <a:defRPr sz="1500" b="1"/>
            </a:lvl5pPr>
            <a:lvl6pPr lvl="5">
              <a:spcBef>
                <a:spcPts val="1600"/>
              </a:spcBef>
              <a:spcAft>
                <a:spcPts val="0"/>
              </a:spcAft>
              <a:buSzPts val="1500"/>
              <a:buNone/>
              <a:defRPr sz="1500" b="1"/>
            </a:lvl6pPr>
            <a:lvl7pPr lvl="6">
              <a:spcBef>
                <a:spcPts val="1600"/>
              </a:spcBef>
              <a:spcAft>
                <a:spcPts val="0"/>
              </a:spcAft>
              <a:buSzPts val="1500"/>
              <a:buNone/>
              <a:defRPr sz="1500" b="1"/>
            </a:lvl7pPr>
            <a:lvl8pPr lvl="7">
              <a:spcBef>
                <a:spcPts val="1600"/>
              </a:spcBef>
              <a:spcAft>
                <a:spcPts val="0"/>
              </a:spcAft>
              <a:buSzPts val="1500"/>
              <a:buNone/>
              <a:defRPr sz="1500" b="1"/>
            </a:lvl8pPr>
            <a:lvl9pPr lvl="8">
              <a:spcBef>
                <a:spcPts val="1600"/>
              </a:spcBef>
              <a:spcAft>
                <a:spcPts val="1600"/>
              </a:spcAft>
              <a:buSzPts val="1500"/>
              <a:buNone/>
              <a:defRPr sz="1500" b="1"/>
            </a:lvl9pPr>
          </a:lstStyle>
          <a:p>
            <a:endParaRPr/>
          </a:p>
        </p:txBody>
      </p:sp>
      <p:sp>
        <p:nvSpPr>
          <p:cNvPr id="176" name="Google Shape;176;p28"/>
          <p:cNvSpPr txBox="1">
            <a:spLocks noGrp="1"/>
          </p:cNvSpPr>
          <p:nvPr>
            <p:ph type="subTitle" idx="6"/>
          </p:nvPr>
        </p:nvSpPr>
        <p:spPr>
          <a:xfrm>
            <a:off x="6279309" y="3015548"/>
            <a:ext cx="2262300" cy="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500"/>
              <a:buNone/>
              <a:defRPr sz="1500" b="1"/>
            </a:lvl1pPr>
            <a:lvl2pPr lvl="1">
              <a:spcBef>
                <a:spcPts val="1600"/>
              </a:spcBef>
              <a:spcAft>
                <a:spcPts val="0"/>
              </a:spcAft>
              <a:buSzPts val="1500"/>
              <a:buNone/>
              <a:defRPr sz="1500" b="1"/>
            </a:lvl2pPr>
            <a:lvl3pPr lvl="2">
              <a:spcBef>
                <a:spcPts val="1600"/>
              </a:spcBef>
              <a:spcAft>
                <a:spcPts val="0"/>
              </a:spcAft>
              <a:buSzPts val="1500"/>
              <a:buNone/>
              <a:defRPr sz="1500" b="1"/>
            </a:lvl3pPr>
            <a:lvl4pPr lvl="3">
              <a:spcBef>
                <a:spcPts val="1600"/>
              </a:spcBef>
              <a:spcAft>
                <a:spcPts val="0"/>
              </a:spcAft>
              <a:buSzPts val="1500"/>
              <a:buNone/>
              <a:defRPr sz="1500" b="1"/>
            </a:lvl4pPr>
            <a:lvl5pPr lvl="4">
              <a:spcBef>
                <a:spcPts val="1600"/>
              </a:spcBef>
              <a:spcAft>
                <a:spcPts val="0"/>
              </a:spcAft>
              <a:buSzPts val="1500"/>
              <a:buNone/>
              <a:defRPr sz="1500" b="1"/>
            </a:lvl5pPr>
            <a:lvl6pPr lvl="5">
              <a:spcBef>
                <a:spcPts val="1600"/>
              </a:spcBef>
              <a:spcAft>
                <a:spcPts val="0"/>
              </a:spcAft>
              <a:buSzPts val="1500"/>
              <a:buNone/>
              <a:defRPr sz="1500" b="1"/>
            </a:lvl6pPr>
            <a:lvl7pPr lvl="6">
              <a:spcBef>
                <a:spcPts val="1600"/>
              </a:spcBef>
              <a:spcAft>
                <a:spcPts val="0"/>
              </a:spcAft>
              <a:buSzPts val="1500"/>
              <a:buNone/>
              <a:defRPr sz="1500" b="1"/>
            </a:lvl7pPr>
            <a:lvl8pPr lvl="7">
              <a:spcBef>
                <a:spcPts val="1600"/>
              </a:spcBef>
              <a:spcAft>
                <a:spcPts val="0"/>
              </a:spcAft>
              <a:buSzPts val="1500"/>
              <a:buNone/>
              <a:defRPr sz="1500" b="1"/>
            </a:lvl8pPr>
            <a:lvl9pPr lvl="8">
              <a:spcBef>
                <a:spcPts val="1600"/>
              </a:spcBef>
              <a:spcAft>
                <a:spcPts val="1600"/>
              </a:spcAft>
              <a:buSzPts val="1500"/>
              <a:buNone/>
              <a:defRPr sz="1500" b="1"/>
            </a:lvl9pPr>
          </a:lstStyle>
          <a:p>
            <a:endParaRPr/>
          </a:p>
        </p:txBody>
      </p:sp>
      <p:sp>
        <p:nvSpPr>
          <p:cNvPr id="177" name="Google Shape;177;p28"/>
          <p:cNvSpPr txBox="1">
            <a:spLocks noGrp="1"/>
          </p:cNvSpPr>
          <p:nvPr>
            <p:ph type="title"/>
          </p:nvPr>
        </p:nvSpPr>
        <p:spPr>
          <a:xfrm>
            <a:off x="1012050" y="673631"/>
            <a:ext cx="77121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drich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endParaRPr/>
          </a:p>
        </p:txBody>
      </p:sp>
      <p:sp>
        <p:nvSpPr>
          <p:cNvPr id="178" name="Google Shape;178;p28"/>
          <p:cNvSpPr txBox="1">
            <a:spLocks noGrp="1"/>
          </p:cNvSpPr>
          <p:nvPr>
            <p:ph type="body" idx="7"/>
          </p:nvPr>
        </p:nvSpPr>
        <p:spPr>
          <a:xfrm>
            <a:off x="3627588" y="1956563"/>
            <a:ext cx="2262300" cy="62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79" name="Google Shape;179;p28"/>
          <p:cNvSpPr txBox="1">
            <a:spLocks noGrp="1"/>
          </p:cNvSpPr>
          <p:nvPr>
            <p:ph type="body" idx="8"/>
          </p:nvPr>
        </p:nvSpPr>
        <p:spPr>
          <a:xfrm>
            <a:off x="6279309" y="3328163"/>
            <a:ext cx="2262300" cy="62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80" name="Google Shape;180;p28"/>
          <p:cNvSpPr txBox="1">
            <a:spLocks noGrp="1"/>
          </p:cNvSpPr>
          <p:nvPr>
            <p:ph type="body" idx="9"/>
          </p:nvPr>
        </p:nvSpPr>
        <p:spPr>
          <a:xfrm>
            <a:off x="3627588" y="3328163"/>
            <a:ext cx="2262300" cy="62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81" name="Google Shape;181;p28"/>
          <p:cNvSpPr txBox="1">
            <a:spLocks noGrp="1"/>
          </p:cNvSpPr>
          <p:nvPr>
            <p:ph type="body" idx="13"/>
          </p:nvPr>
        </p:nvSpPr>
        <p:spPr>
          <a:xfrm>
            <a:off x="947063" y="1956563"/>
            <a:ext cx="2262300" cy="62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82" name="Google Shape;182;p28"/>
          <p:cNvSpPr txBox="1">
            <a:spLocks noGrp="1"/>
          </p:cNvSpPr>
          <p:nvPr>
            <p:ph type="body" idx="14"/>
          </p:nvPr>
        </p:nvSpPr>
        <p:spPr>
          <a:xfrm>
            <a:off x="6279309" y="1956563"/>
            <a:ext cx="2262300" cy="62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83" name="Google Shape;183;p28"/>
          <p:cNvSpPr txBox="1">
            <a:spLocks noGrp="1"/>
          </p:cNvSpPr>
          <p:nvPr>
            <p:ph type="body" idx="15"/>
          </p:nvPr>
        </p:nvSpPr>
        <p:spPr>
          <a:xfrm>
            <a:off x="947063" y="3328163"/>
            <a:ext cx="2262300" cy="62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84" name="Google Shape;184;p28"/>
          <p:cNvSpPr txBox="1"/>
          <p:nvPr/>
        </p:nvSpPr>
        <p:spPr>
          <a:xfrm rot="5400000">
            <a:off x="-509475" y="4648763"/>
            <a:ext cx="1184700" cy="28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SLIDESMANIA.COM</a:t>
            </a:r>
            <a:endParaRPr sz="900">
              <a:solidFill>
                <a:schemeClr val="dk1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14 Map">
  <p:cSld name="CUSTOM_13"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9"/>
          <p:cNvSpPr/>
          <p:nvPr/>
        </p:nvSpPr>
        <p:spPr>
          <a:xfrm>
            <a:off x="-225" y="1064081"/>
            <a:ext cx="9144000" cy="3414300"/>
          </a:xfrm>
          <a:prstGeom prst="rect">
            <a:avLst/>
          </a:prstGeom>
          <a:solidFill>
            <a:schemeClr val="accent4"/>
          </a:solidFill>
          <a:ln w="2857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9"/>
          <p:cNvSpPr txBox="1">
            <a:spLocks noGrp="1"/>
          </p:cNvSpPr>
          <p:nvPr>
            <p:ph type="title"/>
          </p:nvPr>
        </p:nvSpPr>
        <p:spPr>
          <a:xfrm>
            <a:off x="1012050" y="309806"/>
            <a:ext cx="7820100" cy="67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drich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endParaRPr/>
          </a:p>
        </p:txBody>
      </p:sp>
      <p:sp>
        <p:nvSpPr>
          <p:cNvPr id="188" name="Google Shape;188;p29"/>
          <p:cNvSpPr/>
          <p:nvPr/>
        </p:nvSpPr>
        <p:spPr>
          <a:xfrm>
            <a:off x="341100" y="309713"/>
            <a:ext cx="671100" cy="6711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29"/>
          <p:cNvSpPr txBox="1"/>
          <p:nvPr/>
        </p:nvSpPr>
        <p:spPr>
          <a:xfrm rot="5400000">
            <a:off x="-509475" y="4648763"/>
            <a:ext cx="1184700" cy="28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SLIDESMANIA.COM</a:t>
            </a:r>
            <a:endParaRPr sz="900">
              <a:solidFill>
                <a:schemeClr val="dk1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15 Timeline">
  <p:cSld name="CUSTOM_14"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0"/>
          <p:cNvSpPr/>
          <p:nvPr/>
        </p:nvSpPr>
        <p:spPr>
          <a:xfrm>
            <a:off x="2435963" y="0"/>
            <a:ext cx="42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30"/>
          <p:cNvSpPr/>
          <p:nvPr/>
        </p:nvSpPr>
        <p:spPr>
          <a:xfrm>
            <a:off x="341100" y="1353263"/>
            <a:ext cx="8461800" cy="3097200"/>
          </a:xfrm>
          <a:prstGeom prst="rect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30"/>
          <p:cNvSpPr txBox="1">
            <a:spLocks noGrp="1"/>
          </p:cNvSpPr>
          <p:nvPr>
            <p:ph type="subTitle" idx="1"/>
          </p:nvPr>
        </p:nvSpPr>
        <p:spPr>
          <a:xfrm>
            <a:off x="463969" y="1496708"/>
            <a:ext cx="14352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700"/>
              <a:buNone/>
              <a:defRPr sz="1700" b="1"/>
            </a:lvl1pPr>
            <a:lvl2pPr lvl="1" algn="ctr">
              <a:spcBef>
                <a:spcPts val="1600"/>
              </a:spcBef>
              <a:spcAft>
                <a:spcPts val="0"/>
              </a:spcAft>
              <a:buSzPts val="1700"/>
              <a:buNone/>
              <a:defRPr sz="1700" b="1"/>
            </a:lvl2pPr>
            <a:lvl3pPr lvl="2" algn="ctr">
              <a:spcBef>
                <a:spcPts val="1600"/>
              </a:spcBef>
              <a:spcAft>
                <a:spcPts val="0"/>
              </a:spcAft>
              <a:buSzPts val="1700"/>
              <a:buNone/>
              <a:defRPr sz="1700" b="1"/>
            </a:lvl3pPr>
            <a:lvl4pPr lvl="3" algn="ctr">
              <a:spcBef>
                <a:spcPts val="1600"/>
              </a:spcBef>
              <a:spcAft>
                <a:spcPts val="0"/>
              </a:spcAft>
              <a:buSzPts val="1700"/>
              <a:buNone/>
              <a:defRPr sz="1700" b="1"/>
            </a:lvl4pPr>
            <a:lvl5pPr lvl="4" algn="ctr">
              <a:spcBef>
                <a:spcPts val="1600"/>
              </a:spcBef>
              <a:spcAft>
                <a:spcPts val="0"/>
              </a:spcAft>
              <a:buSzPts val="1700"/>
              <a:buNone/>
              <a:defRPr sz="1700" b="1"/>
            </a:lvl5pPr>
            <a:lvl6pPr lvl="5" algn="ctr">
              <a:spcBef>
                <a:spcPts val="1600"/>
              </a:spcBef>
              <a:spcAft>
                <a:spcPts val="0"/>
              </a:spcAft>
              <a:buSzPts val="1700"/>
              <a:buNone/>
              <a:defRPr sz="1700" b="1"/>
            </a:lvl6pPr>
            <a:lvl7pPr lvl="6" algn="ctr">
              <a:spcBef>
                <a:spcPts val="1600"/>
              </a:spcBef>
              <a:spcAft>
                <a:spcPts val="0"/>
              </a:spcAft>
              <a:buSzPts val="1700"/>
              <a:buNone/>
              <a:defRPr sz="1700" b="1"/>
            </a:lvl7pPr>
            <a:lvl8pPr lvl="7" algn="ctr">
              <a:spcBef>
                <a:spcPts val="1600"/>
              </a:spcBef>
              <a:spcAft>
                <a:spcPts val="0"/>
              </a:spcAft>
              <a:buSzPts val="1700"/>
              <a:buNone/>
              <a:defRPr sz="1700" b="1"/>
            </a:lvl8pPr>
            <a:lvl9pPr lvl="8" algn="ctr">
              <a:spcBef>
                <a:spcPts val="1600"/>
              </a:spcBef>
              <a:spcAft>
                <a:spcPts val="1600"/>
              </a:spcAft>
              <a:buSzPts val="1700"/>
              <a:buNone/>
              <a:defRPr sz="1700" b="1"/>
            </a:lvl9pPr>
          </a:lstStyle>
          <a:p>
            <a:endParaRPr/>
          </a:p>
        </p:txBody>
      </p:sp>
      <p:sp>
        <p:nvSpPr>
          <p:cNvPr id="194" name="Google Shape;194;p30"/>
          <p:cNvSpPr txBox="1">
            <a:spLocks noGrp="1"/>
          </p:cNvSpPr>
          <p:nvPr>
            <p:ph type="subTitle" idx="2"/>
          </p:nvPr>
        </p:nvSpPr>
        <p:spPr>
          <a:xfrm>
            <a:off x="2159171" y="1496708"/>
            <a:ext cx="14352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700"/>
              <a:buNone/>
              <a:defRPr sz="1700" b="1"/>
            </a:lvl1pPr>
            <a:lvl2pPr lvl="1" algn="ctr">
              <a:spcBef>
                <a:spcPts val="1600"/>
              </a:spcBef>
              <a:spcAft>
                <a:spcPts val="0"/>
              </a:spcAft>
              <a:buSzPts val="1700"/>
              <a:buNone/>
              <a:defRPr sz="1700" b="1"/>
            </a:lvl2pPr>
            <a:lvl3pPr lvl="2" algn="ctr">
              <a:spcBef>
                <a:spcPts val="1600"/>
              </a:spcBef>
              <a:spcAft>
                <a:spcPts val="0"/>
              </a:spcAft>
              <a:buSzPts val="1700"/>
              <a:buNone/>
              <a:defRPr sz="1700" b="1"/>
            </a:lvl3pPr>
            <a:lvl4pPr lvl="3" algn="ctr">
              <a:spcBef>
                <a:spcPts val="1600"/>
              </a:spcBef>
              <a:spcAft>
                <a:spcPts val="0"/>
              </a:spcAft>
              <a:buSzPts val="1700"/>
              <a:buNone/>
              <a:defRPr sz="1700" b="1"/>
            </a:lvl4pPr>
            <a:lvl5pPr lvl="4" algn="ctr">
              <a:spcBef>
                <a:spcPts val="1600"/>
              </a:spcBef>
              <a:spcAft>
                <a:spcPts val="0"/>
              </a:spcAft>
              <a:buSzPts val="1700"/>
              <a:buNone/>
              <a:defRPr sz="1700" b="1"/>
            </a:lvl5pPr>
            <a:lvl6pPr lvl="5" algn="ctr">
              <a:spcBef>
                <a:spcPts val="1600"/>
              </a:spcBef>
              <a:spcAft>
                <a:spcPts val="0"/>
              </a:spcAft>
              <a:buSzPts val="1700"/>
              <a:buNone/>
              <a:defRPr sz="1700" b="1"/>
            </a:lvl6pPr>
            <a:lvl7pPr lvl="6" algn="ctr">
              <a:spcBef>
                <a:spcPts val="1600"/>
              </a:spcBef>
              <a:spcAft>
                <a:spcPts val="0"/>
              </a:spcAft>
              <a:buSzPts val="1700"/>
              <a:buNone/>
              <a:defRPr sz="1700" b="1"/>
            </a:lvl7pPr>
            <a:lvl8pPr lvl="7" algn="ctr">
              <a:spcBef>
                <a:spcPts val="1600"/>
              </a:spcBef>
              <a:spcAft>
                <a:spcPts val="0"/>
              </a:spcAft>
              <a:buSzPts val="1700"/>
              <a:buNone/>
              <a:defRPr sz="1700" b="1"/>
            </a:lvl8pPr>
            <a:lvl9pPr lvl="8" algn="ctr">
              <a:spcBef>
                <a:spcPts val="1600"/>
              </a:spcBef>
              <a:spcAft>
                <a:spcPts val="1600"/>
              </a:spcAft>
              <a:buSzPts val="1700"/>
              <a:buNone/>
              <a:defRPr sz="1700" b="1"/>
            </a:lvl9pPr>
          </a:lstStyle>
          <a:p>
            <a:endParaRPr/>
          </a:p>
        </p:txBody>
      </p:sp>
      <p:sp>
        <p:nvSpPr>
          <p:cNvPr id="195" name="Google Shape;195;p30"/>
          <p:cNvSpPr txBox="1">
            <a:spLocks noGrp="1"/>
          </p:cNvSpPr>
          <p:nvPr>
            <p:ph type="subTitle" idx="3"/>
          </p:nvPr>
        </p:nvSpPr>
        <p:spPr>
          <a:xfrm>
            <a:off x="3854373" y="1519634"/>
            <a:ext cx="14352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700"/>
              <a:buNone/>
              <a:defRPr sz="1700" b="1"/>
            </a:lvl1pPr>
            <a:lvl2pPr lvl="1" algn="ctr">
              <a:spcBef>
                <a:spcPts val="1600"/>
              </a:spcBef>
              <a:spcAft>
                <a:spcPts val="0"/>
              </a:spcAft>
              <a:buSzPts val="1700"/>
              <a:buNone/>
              <a:defRPr sz="1700" b="1"/>
            </a:lvl2pPr>
            <a:lvl3pPr lvl="2" algn="ctr">
              <a:spcBef>
                <a:spcPts val="1600"/>
              </a:spcBef>
              <a:spcAft>
                <a:spcPts val="0"/>
              </a:spcAft>
              <a:buSzPts val="1700"/>
              <a:buNone/>
              <a:defRPr sz="1700" b="1"/>
            </a:lvl3pPr>
            <a:lvl4pPr lvl="3" algn="ctr">
              <a:spcBef>
                <a:spcPts val="1600"/>
              </a:spcBef>
              <a:spcAft>
                <a:spcPts val="0"/>
              </a:spcAft>
              <a:buSzPts val="1700"/>
              <a:buNone/>
              <a:defRPr sz="1700" b="1"/>
            </a:lvl4pPr>
            <a:lvl5pPr lvl="4" algn="ctr">
              <a:spcBef>
                <a:spcPts val="1600"/>
              </a:spcBef>
              <a:spcAft>
                <a:spcPts val="0"/>
              </a:spcAft>
              <a:buSzPts val="1700"/>
              <a:buNone/>
              <a:defRPr sz="1700" b="1"/>
            </a:lvl5pPr>
            <a:lvl6pPr lvl="5" algn="ctr">
              <a:spcBef>
                <a:spcPts val="1600"/>
              </a:spcBef>
              <a:spcAft>
                <a:spcPts val="0"/>
              </a:spcAft>
              <a:buSzPts val="1700"/>
              <a:buNone/>
              <a:defRPr sz="1700" b="1"/>
            </a:lvl6pPr>
            <a:lvl7pPr lvl="6" algn="ctr">
              <a:spcBef>
                <a:spcPts val="1600"/>
              </a:spcBef>
              <a:spcAft>
                <a:spcPts val="0"/>
              </a:spcAft>
              <a:buSzPts val="1700"/>
              <a:buNone/>
              <a:defRPr sz="1700" b="1"/>
            </a:lvl7pPr>
            <a:lvl8pPr lvl="7" algn="ctr">
              <a:spcBef>
                <a:spcPts val="1600"/>
              </a:spcBef>
              <a:spcAft>
                <a:spcPts val="0"/>
              </a:spcAft>
              <a:buSzPts val="1700"/>
              <a:buNone/>
              <a:defRPr sz="1700" b="1"/>
            </a:lvl8pPr>
            <a:lvl9pPr lvl="8" algn="ctr">
              <a:spcBef>
                <a:spcPts val="1600"/>
              </a:spcBef>
              <a:spcAft>
                <a:spcPts val="1600"/>
              </a:spcAft>
              <a:buSzPts val="1700"/>
              <a:buNone/>
              <a:defRPr sz="1700" b="1"/>
            </a:lvl9pPr>
          </a:lstStyle>
          <a:p>
            <a:endParaRPr/>
          </a:p>
        </p:txBody>
      </p:sp>
      <p:sp>
        <p:nvSpPr>
          <p:cNvPr id="196" name="Google Shape;196;p30"/>
          <p:cNvSpPr txBox="1">
            <a:spLocks noGrp="1"/>
          </p:cNvSpPr>
          <p:nvPr>
            <p:ph type="subTitle" idx="4"/>
          </p:nvPr>
        </p:nvSpPr>
        <p:spPr>
          <a:xfrm>
            <a:off x="5549574" y="1519634"/>
            <a:ext cx="14352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700"/>
              <a:buNone/>
              <a:defRPr sz="1700" b="1"/>
            </a:lvl1pPr>
            <a:lvl2pPr lvl="1" algn="ctr">
              <a:spcBef>
                <a:spcPts val="1600"/>
              </a:spcBef>
              <a:spcAft>
                <a:spcPts val="0"/>
              </a:spcAft>
              <a:buSzPts val="1700"/>
              <a:buNone/>
              <a:defRPr sz="1700" b="1"/>
            </a:lvl2pPr>
            <a:lvl3pPr lvl="2" algn="ctr">
              <a:spcBef>
                <a:spcPts val="1600"/>
              </a:spcBef>
              <a:spcAft>
                <a:spcPts val="0"/>
              </a:spcAft>
              <a:buSzPts val="1700"/>
              <a:buNone/>
              <a:defRPr sz="1700" b="1"/>
            </a:lvl3pPr>
            <a:lvl4pPr lvl="3" algn="ctr">
              <a:spcBef>
                <a:spcPts val="1600"/>
              </a:spcBef>
              <a:spcAft>
                <a:spcPts val="0"/>
              </a:spcAft>
              <a:buSzPts val="1700"/>
              <a:buNone/>
              <a:defRPr sz="1700" b="1"/>
            </a:lvl4pPr>
            <a:lvl5pPr lvl="4" algn="ctr">
              <a:spcBef>
                <a:spcPts val="1600"/>
              </a:spcBef>
              <a:spcAft>
                <a:spcPts val="0"/>
              </a:spcAft>
              <a:buSzPts val="1700"/>
              <a:buNone/>
              <a:defRPr sz="1700" b="1"/>
            </a:lvl5pPr>
            <a:lvl6pPr lvl="5" algn="ctr">
              <a:spcBef>
                <a:spcPts val="1600"/>
              </a:spcBef>
              <a:spcAft>
                <a:spcPts val="0"/>
              </a:spcAft>
              <a:buSzPts val="1700"/>
              <a:buNone/>
              <a:defRPr sz="1700" b="1"/>
            </a:lvl6pPr>
            <a:lvl7pPr lvl="6" algn="ctr">
              <a:spcBef>
                <a:spcPts val="1600"/>
              </a:spcBef>
              <a:spcAft>
                <a:spcPts val="0"/>
              </a:spcAft>
              <a:buSzPts val="1700"/>
              <a:buNone/>
              <a:defRPr sz="1700" b="1"/>
            </a:lvl7pPr>
            <a:lvl8pPr lvl="7" algn="ctr">
              <a:spcBef>
                <a:spcPts val="1600"/>
              </a:spcBef>
              <a:spcAft>
                <a:spcPts val="0"/>
              </a:spcAft>
              <a:buSzPts val="1700"/>
              <a:buNone/>
              <a:defRPr sz="1700" b="1"/>
            </a:lvl8pPr>
            <a:lvl9pPr lvl="8" algn="ctr">
              <a:spcBef>
                <a:spcPts val="1600"/>
              </a:spcBef>
              <a:spcAft>
                <a:spcPts val="1600"/>
              </a:spcAft>
              <a:buSzPts val="1700"/>
              <a:buNone/>
              <a:defRPr sz="1700" b="1"/>
            </a:lvl9pPr>
          </a:lstStyle>
          <a:p>
            <a:endParaRPr/>
          </a:p>
        </p:txBody>
      </p:sp>
      <p:sp>
        <p:nvSpPr>
          <p:cNvPr id="197" name="Google Shape;197;p30"/>
          <p:cNvSpPr txBox="1">
            <a:spLocks noGrp="1"/>
          </p:cNvSpPr>
          <p:nvPr>
            <p:ph type="subTitle" idx="5"/>
          </p:nvPr>
        </p:nvSpPr>
        <p:spPr>
          <a:xfrm>
            <a:off x="7244776" y="1496708"/>
            <a:ext cx="14352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700"/>
              <a:buNone/>
              <a:defRPr sz="1700" b="1"/>
            </a:lvl1pPr>
            <a:lvl2pPr lvl="1" algn="ctr">
              <a:spcBef>
                <a:spcPts val="1600"/>
              </a:spcBef>
              <a:spcAft>
                <a:spcPts val="0"/>
              </a:spcAft>
              <a:buSzPts val="1700"/>
              <a:buNone/>
              <a:defRPr sz="1700" b="1"/>
            </a:lvl2pPr>
            <a:lvl3pPr lvl="2" algn="ctr">
              <a:spcBef>
                <a:spcPts val="1600"/>
              </a:spcBef>
              <a:spcAft>
                <a:spcPts val="0"/>
              </a:spcAft>
              <a:buSzPts val="1700"/>
              <a:buNone/>
              <a:defRPr sz="1700" b="1"/>
            </a:lvl3pPr>
            <a:lvl4pPr lvl="3" algn="ctr">
              <a:spcBef>
                <a:spcPts val="1600"/>
              </a:spcBef>
              <a:spcAft>
                <a:spcPts val="0"/>
              </a:spcAft>
              <a:buSzPts val="1700"/>
              <a:buNone/>
              <a:defRPr sz="1700" b="1"/>
            </a:lvl4pPr>
            <a:lvl5pPr lvl="4" algn="ctr">
              <a:spcBef>
                <a:spcPts val="1600"/>
              </a:spcBef>
              <a:spcAft>
                <a:spcPts val="0"/>
              </a:spcAft>
              <a:buSzPts val="1700"/>
              <a:buNone/>
              <a:defRPr sz="1700" b="1"/>
            </a:lvl5pPr>
            <a:lvl6pPr lvl="5" algn="ctr">
              <a:spcBef>
                <a:spcPts val="1600"/>
              </a:spcBef>
              <a:spcAft>
                <a:spcPts val="0"/>
              </a:spcAft>
              <a:buSzPts val="1700"/>
              <a:buNone/>
              <a:defRPr sz="1700" b="1"/>
            </a:lvl6pPr>
            <a:lvl7pPr lvl="6" algn="ctr">
              <a:spcBef>
                <a:spcPts val="1600"/>
              </a:spcBef>
              <a:spcAft>
                <a:spcPts val="0"/>
              </a:spcAft>
              <a:buSzPts val="1700"/>
              <a:buNone/>
              <a:defRPr sz="1700" b="1"/>
            </a:lvl7pPr>
            <a:lvl8pPr lvl="7" algn="ctr">
              <a:spcBef>
                <a:spcPts val="1600"/>
              </a:spcBef>
              <a:spcAft>
                <a:spcPts val="0"/>
              </a:spcAft>
              <a:buSzPts val="1700"/>
              <a:buNone/>
              <a:defRPr sz="1700" b="1"/>
            </a:lvl8pPr>
            <a:lvl9pPr lvl="8" algn="ctr">
              <a:spcBef>
                <a:spcPts val="1600"/>
              </a:spcBef>
              <a:spcAft>
                <a:spcPts val="1600"/>
              </a:spcAft>
              <a:buSzPts val="1700"/>
              <a:buNone/>
              <a:defRPr sz="1700" b="1"/>
            </a:lvl9pPr>
          </a:lstStyle>
          <a:p>
            <a:endParaRPr/>
          </a:p>
        </p:txBody>
      </p:sp>
      <p:sp>
        <p:nvSpPr>
          <p:cNvPr id="198" name="Google Shape;198;p30"/>
          <p:cNvSpPr txBox="1">
            <a:spLocks noGrp="1"/>
          </p:cNvSpPr>
          <p:nvPr>
            <p:ph type="title"/>
          </p:nvPr>
        </p:nvSpPr>
        <p:spPr>
          <a:xfrm>
            <a:off x="1012050" y="309713"/>
            <a:ext cx="7791000" cy="67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drich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endParaRPr/>
          </a:p>
        </p:txBody>
      </p:sp>
      <p:sp>
        <p:nvSpPr>
          <p:cNvPr id="199" name="Google Shape;199;p30"/>
          <p:cNvSpPr txBox="1">
            <a:spLocks noGrp="1"/>
          </p:cNvSpPr>
          <p:nvPr>
            <p:ph type="body" idx="6"/>
          </p:nvPr>
        </p:nvSpPr>
        <p:spPr>
          <a:xfrm>
            <a:off x="463969" y="2294904"/>
            <a:ext cx="1435200" cy="201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00" name="Google Shape;200;p30"/>
          <p:cNvSpPr txBox="1">
            <a:spLocks noGrp="1"/>
          </p:cNvSpPr>
          <p:nvPr>
            <p:ph type="body" idx="7"/>
          </p:nvPr>
        </p:nvSpPr>
        <p:spPr>
          <a:xfrm>
            <a:off x="2159169" y="2294904"/>
            <a:ext cx="1435200" cy="201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01" name="Google Shape;201;p30"/>
          <p:cNvSpPr txBox="1">
            <a:spLocks noGrp="1"/>
          </p:cNvSpPr>
          <p:nvPr>
            <p:ph type="body" idx="8"/>
          </p:nvPr>
        </p:nvSpPr>
        <p:spPr>
          <a:xfrm>
            <a:off x="3854370" y="2294904"/>
            <a:ext cx="1435200" cy="201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02" name="Google Shape;202;p30"/>
          <p:cNvSpPr txBox="1">
            <a:spLocks noGrp="1"/>
          </p:cNvSpPr>
          <p:nvPr>
            <p:ph type="body" idx="9"/>
          </p:nvPr>
        </p:nvSpPr>
        <p:spPr>
          <a:xfrm>
            <a:off x="5549571" y="2294904"/>
            <a:ext cx="1435200" cy="201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03" name="Google Shape;203;p30"/>
          <p:cNvSpPr txBox="1">
            <a:spLocks noGrp="1"/>
          </p:cNvSpPr>
          <p:nvPr>
            <p:ph type="body" idx="13"/>
          </p:nvPr>
        </p:nvSpPr>
        <p:spPr>
          <a:xfrm>
            <a:off x="7244771" y="2294904"/>
            <a:ext cx="1435200" cy="201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04" name="Google Shape;204;p30"/>
          <p:cNvSpPr/>
          <p:nvPr/>
        </p:nvSpPr>
        <p:spPr>
          <a:xfrm>
            <a:off x="341100" y="309713"/>
            <a:ext cx="671100" cy="6711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30"/>
          <p:cNvSpPr/>
          <p:nvPr/>
        </p:nvSpPr>
        <p:spPr>
          <a:xfrm>
            <a:off x="1012050" y="309713"/>
            <a:ext cx="7791000" cy="671100"/>
          </a:xfrm>
          <a:prstGeom prst="rect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16 Title and text left">
  <p:cSld name="CUSTOM_15"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1"/>
          <p:cNvSpPr/>
          <p:nvPr/>
        </p:nvSpPr>
        <p:spPr>
          <a:xfrm>
            <a:off x="4376025" y="0"/>
            <a:ext cx="47679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31"/>
          <p:cNvSpPr/>
          <p:nvPr/>
        </p:nvSpPr>
        <p:spPr>
          <a:xfrm>
            <a:off x="674906" y="625181"/>
            <a:ext cx="4186200" cy="3189900"/>
          </a:xfrm>
          <a:prstGeom prst="rect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31"/>
          <p:cNvSpPr/>
          <p:nvPr/>
        </p:nvSpPr>
        <p:spPr>
          <a:xfrm>
            <a:off x="341100" y="309713"/>
            <a:ext cx="671100" cy="6711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31"/>
          <p:cNvSpPr txBox="1">
            <a:spLocks noGrp="1"/>
          </p:cNvSpPr>
          <p:nvPr>
            <p:ph type="title"/>
          </p:nvPr>
        </p:nvSpPr>
        <p:spPr>
          <a:xfrm>
            <a:off x="895245" y="730781"/>
            <a:ext cx="377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drich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endParaRPr/>
          </a:p>
        </p:txBody>
      </p:sp>
      <p:sp>
        <p:nvSpPr>
          <p:cNvPr id="211" name="Google Shape;211;p31"/>
          <p:cNvSpPr txBox="1">
            <a:spLocks noGrp="1"/>
          </p:cNvSpPr>
          <p:nvPr>
            <p:ph type="body" idx="1"/>
          </p:nvPr>
        </p:nvSpPr>
        <p:spPr>
          <a:xfrm>
            <a:off x="895144" y="1303406"/>
            <a:ext cx="3774000" cy="239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algn="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17 Title and text right">
  <p:cSld name="CUSTOM_16"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2"/>
          <p:cNvSpPr/>
          <p:nvPr/>
        </p:nvSpPr>
        <p:spPr>
          <a:xfrm>
            <a:off x="0" y="0"/>
            <a:ext cx="47679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32"/>
          <p:cNvSpPr/>
          <p:nvPr/>
        </p:nvSpPr>
        <p:spPr>
          <a:xfrm>
            <a:off x="341100" y="309713"/>
            <a:ext cx="671100" cy="6711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32"/>
          <p:cNvSpPr/>
          <p:nvPr/>
        </p:nvSpPr>
        <p:spPr>
          <a:xfrm>
            <a:off x="4082981" y="730781"/>
            <a:ext cx="4186200" cy="3189900"/>
          </a:xfrm>
          <a:prstGeom prst="rect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32"/>
          <p:cNvSpPr txBox="1">
            <a:spLocks noGrp="1"/>
          </p:cNvSpPr>
          <p:nvPr>
            <p:ph type="title"/>
          </p:nvPr>
        </p:nvSpPr>
        <p:spPr>
          <a:xfrm>
            <a:off x="4232606" y="831131"/>
            <a:ext cx="3907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drich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endParaRPr/>
          </a:p>
        </p:txBody>
      </p:sp>
      <p:sp>
        <p:nvSpPr>
          <p:cNvPr id="217" name="Google Shape;217;p32"/>
          <p:cNvSpPr txBox="1">
            <a:spLocks noGrp="1"/>
          </p:cNvSpPr>
          <p:nvPr>
            <p:ph type="body" idx="1"/>
          </p:nvPr>
        </p:nvSpPr>
        <p:spPr>
          <a:xfrm>
            <a:off x="4232685" y="1403756"/>
            <a:ext cx="3907200" cy="241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18" name="Google Shape;218;p32"/>
          <p:cNvSpPr txBox="1"/>
          <p:nvPr/>
        </p:nvSpPr>
        <p:spPr>
          <a:xfrm rot="5400000">
            <a:off x="-509475" y="4648763"/>
            <a:ext cx="1184700" cy="28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SLIDESMANIA.COM</a:t>
            </a:r>
            <a:endParaRPr sz="900">
              <a:solidFill>
                <a:schemeClr val="dk1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18 Custom Layout 1">
  <p:cSld name="CUSTOM_17"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3"/>
          <p:cNvSpPr/>
          <p:nvPr/>
        </p:nvSpPr>
        <p:spPr>
          <a:xfrm>
            <a:off x="1270425" y="1064081"/>
            <a:ext cx="7873500" cy="3414300"/>
          </a:xfrm>
          <a:prstGeom prst="rect">
            <a:avLst/>
          </a:prstGeom>
          <a:solidFill>
            <a:schemeClr val="accent4"/>
          </a:solidFill>
          <a:ln w="2857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33"/>
          <p:cNvSpPr/>
          <p:nvPr/>
        </p:nvSpPr>
        <p:spPr>
          <a:xfrm>
            <a:off x="341100" y="309713"/>
            <a:ext cx="671100" cy="6711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33"/>
          <p:cNvSpPr txBox="1">
            <a:spLocks noGrp="1"/>
          </p:cNvSpPr>
          <p:nvPr>
            <p:ph type="subTitle" idx="1"/>
          </p:nvPr>
        </p:nvSpPr>
        <p:spPr>
          <a:xfrm>
            <a:off x="2886300" y="2161481"/>
            <a:ext cx="4186200" cy="5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1pPr>
            <a:lvl2pPr lvl="1">
              <a:spcBef>
                <a:spcPts val="1600"/>
              </a:spcBef>
              <a:spcAft>
                <a:spcPts val="0"/>
              </a:spcAft>
              <a:buSzPts val="1600"/>
              <a:buNone/>
              <a:defRPr sz="1600" b="1"/>
            </a:lvl2pPr>
            <a:lvl3pPr lvl="2">
              <a:spcBef>
                <a:spcPts val="1600"/>
              </a:spcBef>
              <a:spcAft>
                <a:spcPts val="0"/>
              </a:spcAft>
              <a:buSzPts val="1600"/>
              <a:buNone/>
              <a:defRPr sz="1600" b="1"/>
            </a:lvl3pPr>
            <a:lvl4pPr lvl="3">
              <a:spcBef>
                <a:spcPts val="1600"/>
              </a:spcBef>
              <a:spcAft>
                <a:spcPts val="0"/>
              </a:spcAft>
              <a:buSzPts val="1600"/>
              <a:buNone/>
              <a:defRPr sz="1600" b="1"/>
            </a:lvl4pPr>
            <a:lvl5pPr lvl="4">
              <a:spcBef>
                <a:spcPts val="1600"/>
              </a:spcBef>
              <a:spcAft>
                <a:spcPts val="0"/>
              </a:spcAft>
              <a:buSzPts val="1600"/>
              <a:buNone/>
              <a:defRPr sz="1600" b="1"/>
            </a:lvl5pPr>
            <a:lvl6pPr lvl="5">
              <a:spcBef>
                <a:spcPts val="1600"/>
              </a:spcBef>
              <a:spcAft>
                <a:spcPts val="0"/>
              </a:spcAft>
              <a:buSzPts val="1600"/>
              <a:buNone/>
              <a:defRPr sz="1600" b="1"/>
            </a:lvl6pPr>
            <a:lvl7pPr lvl="6">
              <a:spcBef>
                <a:spcPts val="1600"/>
              </a:spcBef>
              <a:spcAft>
                <a:spcPts val="0"/>
              </a:spcAft>
              <a:buSzPts val="1600"/>
              <a:buNone/>
              <a:defRPr sz="1600" b="1"/>
            </a:lvl7pPr>
            <a:lvl8pPr lvl="7">
              <a:spcBef>
                <a:spcPts val="1600"/>
              </a:spcBef>
              <a:spcAft>
                <a:spcPts val="0"/>
              </a:spcAft>
              <a:buSzPts val="1600"/>
              <a:buNone/>
              <a:defRPr sz="1600" b="1"/>
            </a:lvl8pPr>
            <a:lvl9pPr lvl="8">
              <a:spcBef>
                <a:spcPts val="1600"/>
              </a:spcBef>
              <a:spcAft>
                <a:spcPts val="160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23" name="Google Shape;223;p33"/>
          <p:cNvSpPr txBox="1">
            <a:spLocks noGrp="1"/>
          </p:cNvSpPr>
          <p:nvPr>
            <p:ph type="title"/>
          </p:nvPr>
        </p:nvSpPr>
        <p:spPr>
          <a:xfrm>
            <a:off x="2886300" y="1461844"/>
            <a:ext cx="41862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ldrich"/>
              <a:buNone/>
              <a:defRPr sz="53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bril Fatface"/>
              <a:buNone/>
              <a:defRPr sz="6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bril Fatface"/>
              <a:buNone/>
              <a:defRPr sz="6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bril Fatface"/>
              <a:buNone/>
              <a:defRPr sz="6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bril Fatface"/>
              <a:buNone/>
              <a:defRPr sz="6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bril Fatface"/>
              <a:buNone/>
              <a:defRPr sz="6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bril Fatface"/>
              <a:buNone/>
              <a:defRPr sz="6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bril Fatface"/>
              <a:buNone/>
              <a:defRPr sz="6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bril Fatface"/>
              <a:buNone/>
              <a:defRPr sz="6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endParaRPr/>
          </a:p>
        </p:txBody>
      </p:sp>
      <p:sp>
        <p:nvSpPr>
          <p:cNvPr id="224" name="Google Shape;224;p33"/>
          <p:cNvSpPr txBox="1">
            <a:spLocks noGrp="1"/>
          </p:cNvSpPr>
          <p:nvPr>
            <p:ph type="body" idx="2"/>
          </p:nvPr>
        </p:nvSpPr>
        <p:spPr>
          <a:xfrm>
            <a:off x="2886338" y="2810081"/>
            <a:ext cx="4186200" cy="100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25" name="Google Shape;225;p33"/>
          <p:cNvSpPr/>
          <p:nvPr/>
        </p:nvSpPr>
        <p:spPr>
          <a:xfrm>
            <a:off x="1644325" y="1319306"/>
            <a:ext cx="5973000" cy="3426600"/>
          </a:xfrm>
          <a:prstGeom prst="rect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0 DO NOT REMOVE · SlidesMania">
  <p:cSld name="CUSTOM_20"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7" name="Google Shape;227;p34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228" name="Google Shape;228;p3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34"/>
            <p:cNvSpPr txBox="1"/>
            <p:nvPr/>
          </p:nvSpPr>
          <p:spPr>
            <a:xfrm>
              <a:off x="463500" y="2858061"/>
              <a:ext cx="8956500" cy="24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700" b="1">
                  <a:solidFill>
                    <a:srgbClr val="3F3F3F"/>
                  </a:solidFill>
                  <a:latin typeface="Poppins"/>
                  <a:ea typeface="Poppins"/>
                  <a:cs typeface="Poppins"/>
                  <a:sym typeface="Poppins"/>
                </a:rPr>
                <a:t>Free </a:t>
              </a:r>
              <a:r>
                <a:rPr lang="en" sz="2700">
                  <a:solidFill>
                    <a:srgbClr val="3F3F3F"/>
                  </a:solidFill>
                  <a:latin typeface="Poppins"/>
                  <a:ea typeface="Poppins"/>
                  <a:cs typeface="Poppins"/>
                  <a:sym typeface="Poppins"/>
                </a:rPr>
                <a:t>themes and templates for </a:t>
              </a:r>
              <a:r>
                <a:rPr lang="en" sz="2700" b="1">
                  <a:solidFill>
                    <a:srgbClr val="3F3F3F"/>
                  </a:solidFill>
                  <a:latin typeface="Poppins"/>
                  <a:ea typeface="Poppins"/>
                  <a:cs typeface="Poppins"/>
                  <a:sym typeface="Poppins"/>
                </a:rPr>
                <a:t>Google Slides</a:t>
              </a:r>
              <a:r>
                <a:rPr lang="en" sz="2700">
                  <a:solidFill>
                    <a:srgbClr val="3F3F3F"/>
                  </a:solidFill>
                  <a:latin typeface="Poppins"/>
                  <a:ea typeface="Poppins"/>
                  <a:cs typeface="Poppins"/>
                  <a:sym typeface="Poppins"/>
                </a:rPr>
                <a:t> or </a:t>
              </a:r>
              <a:r>
                <a:rPr lang="en" sz="2700" b="1">
                  <a:solidFill>
                    <a:srgbClr val="3F3F3F"/>
                  </a:solidFill>
                  <a:latin typeface="Poppins"/>
                  <a:ea typeface="Poppins"/>
                  <a:cs typeface="Poppins"/>
                  <a:sym typeface="Poppins"/>
                </a:rPr>
                <a:t>PowerPoint</a:t>
              </a:r>
              <a:endParaRPr sz="2700" b="1">
                <a:solidFill>
                  <a:srgbClr val="3F3F3F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700" b="1">
                <a:solidFill>
                  <a:srgbClr val="3F3F3F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700" b="1">
                <a:solidFill>
                  <a:srgbClr val="3F3F3F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300" b="1">
                  <a:solidFill>
                    <a:srgbClr val="FFCB25"/>
                  </a:solidFill>
                  <a:latin typeface="Poppins"/>
                  <a:ea typeface="Poppins"/>
                  <a:cs typeface="Poppins"/>
                  <a:sym typeface="Poppins"/>
                </a:rPr>
                <a:t>NOT to be sold as is or modified!</a:t>
              </a:r>
              <a:endParaRPr sz="2300" b="1">
                <a:solidFill>
                  <a:srgbClr val="FFCB25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rgbClr val="3F3F3F"/>
                  </a:solidFill>
                  <a:latin typeface="Poppins"/>
                  <a:ea typeface="Poppins"/>
                  <a:cs typeface="Poppins"/>
                  <a:sym typeface="Poppins"/>
                </a:rPr>
                <a:t>Read </a:t>
              </a:r>
              <a:r>
                <a:rPr lang="en" sz="2000" u="sng">
                  <a:solidFill>
                    <a:srgbClr val="3F3F3F"/>
                  </a:solidFill>
                  <a:latin typeface="Poppins"/>
                  <a:ea typeface="Poppins"/>
                  <a:cs typeface="Poppins"/>
                  <a:sym typeface="Poppins"/>
                  <a:hlinkClick r:id="rId2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FAQ</a:t>
              </a:r>
              <a:r>
                <a:rPr lang="en" sz="3300" b="1">
                  <a:solidFill>
                    <a:srgbClr val="FFCB25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" sz="2000">
                  <a:solidFill>
                    <a:srgbClr val="3F3F3F"/>
                  </a:solidFill>
                  <a:latin typeface="Poppins"/>
                  <a:ea typeface="Poppins"/>
                  <a:cs typeface="Poppins"/>
                  <a:sym typeface="Poppins"/>
                </a:rPr>
                <a:t>on slidesmania.com</a:t>
              </a:r>
              <a:endParaRPr sz="2000">
                <a:solidFill>
                  <a:srgbClr val="3F3F3F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rgbClr val="3F3F3F"/>
                  </a:solidFill>
                  <a:latin typeface="Poppins"/>
                  <a:ea typeface="Poppins"/>
                  <a:cs typeface="Poppins"/>
                  <a:sym typeface="Poppins"/>
                </a:rPr>
                <a:t>Do not remove the slidesmania.com text on the sides.</a:t>
              </a:r>
              <a:endParaRPr sz="1500">
                <a:solidFill>
                  <a:srgbClr val="3F3F3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cxnSp>
          <p:nvCxnSpPr>
            <p:cNvPr id="230" name="Google Shape;230;p34"/>
            <p:cNvCxnSpPr/>
            <p:nvPr/>
          </p:nvCxnSpPr>
          <p:spPr>
            <a:xfrm>
              <a:off x="10423367" y="5688858"/>
              <a:ext cx="1495200" cy="12900"/>
            </a:xfrm>
            <a:prstGeom prst="straightConnector1">
              <a:avLst/>
            </a:prstGeom>
            <a:noFill/>
            <a:ln w="28575" cap="flat" cmpd="sng">
              <a:solidFill>
                <a:srgbClr val="FFCB2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pic>
          <p:nvPicPr>
            <p:cNvPr id="231" name="Google Shape;231;p34">
              <a:hlinkClick r:id="rId3"/>
            </p:cNvPr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982558" y="5912306"/>
              <a:ext cx="713232" cy="63786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2" name="Google Shape;232;p34">
              <a:hlinkClick r:id="rId5"/>
            </p:cNvPr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9764428" y="5916798"/>
              <a:ext cx="708660" cy="62887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3" name="Google Shape;233;p34">
              <a:hlinkClick r:id="rId7"/>
            </p:cNvPr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10541715" y="5905569"/>
              <a:ext cx="612648" cy="6243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4" name="Google Shape;234;p34">
              <a:hlinkClick r:id="rId9"/>
            </p:cNvPr>
            <p:cNvPicPr preferRelativeResize="0"/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>
              <a:off x="11219049" y="5916799"/>
              <a:ext cx="699516" cy="60192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5" name="Google Shape;235;p34"/>
            <p:cNvSpPr txBox="1"/>
            <p:nvPr/>
          </p:nvSpPr>
          <p:spPr>
            <a:xfrm>
              <a:off x="7072500" y="4813375"/>
              <a:ext cx="4915500" cy="100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68575" rIns="68575" bIns="68575" anchor="t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rgbClr val="252525"/>
                  </a:solidFill>
                  <a:latin typeface="Homemade Apple"/>
                  <a:ea typeface="Homemade Apple"/>
                  <a:cs typeface="Homemade Apple"/>
                  <a:sym typeface="Homemade Apple"/>
                </a:rPr>
                <a:t>Sharing is caring!</a:t>
              </a:r>
              <a:endParaRPr sz="1800" b="1">
                <a:solidFill>
                  <a:srgbClr val="252525"/>
                </a:solidFill>
                <a:latin typeface="Homemade Apple"/>
                <a:ea typeface="Homemade Apple"/>
                <a:cs typeface="Homemade Apple"/>
                <a:sym typeface="Homemade Apple"/>
              </a:endParaRPr>
            </a:p>
          </p:txBody>
        </p:sp>
      </p:grpSp>
      <p:pic>
        <p:nvPicPr>
          <p:cNvPr id="236" name="Google Shape;236;p34"/>
          <p:cNvPicPr preferRelativeResize="0"/>
          <p:nvPr/>
        </p:nvPicPr>
        <p:blipFill rotWithShape="1">
          <a:blip r:embed="rId11">
            <a:alphaModFix/>
          </a:blip>
          <a:srcRect t="16256" b="20906"/>
          <a:stretch/>
        </p:blipFill>
        <p:spPr>
          <a:xfrm>
            <a:off x="93806" y="370294"/>
            <a:ext cx="6179850" cy="15533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4.xml"/><Relationship Id="rId21" Type="http://schemas.openxmlformats.org/officeDocument/2006/relationships/slideLayout" Target="../slideLayouts/slideLayout32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Lexend Deca SemiBold"/>
              <a:buNone/>
              <a:defRPr sz="2300">
                <a:solidFill>
                  <a:schemeClr val="dk1"/>
                </a:solidFill>
                <a:latin typeface="Lexend Deca SemiBold"/>
                <a:ea typeface="Lexend Deca SemiBold"/>
                <a:cs typeface="Lexend Deca SemiBold"/>
                <a:sym typeface="Lexend Deca SemiBold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exend Deca SemiBold"/>
              <a:buNone/>
              <a:defRPr sz="3000">
                <a:solidFill>
                  <a:schemeClr val="dk1"/>
                </a:solidFill>
                <a:latin typeface="Lexend Deca SemiBold"/>
                <a:ea typeface="Lexend Deca SemiBold"/>
                <a:cs typeface="Lexend Deca SemiBold"/>
                <a:sym typeface="Lexend Deca SemiBold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exend Deca SemiBold"/>
              <a:buNone/>
              <a:defRPr sz="3000">
                <a:solidFill>
                  <a:schemeClr val="dk1"/>
                </a:solidFill>
                <a:latin typeface="Lexend Deca SemiBold"/>
                <a:ea typeface="Lexend Deca SemiBold"/>
                <a:cs typeface="Lexend Deca SemiBold"/>
                <a:sym typeface="Lexend Deca SemiBold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exend Deca SemiBold"/>
              <a:buNone/>
              <a:defRPr sz="3000">
                <a:solidFill>
                  <a:schemeClr val="dk1"/>
                </a:solidFill>
                <a:latin typeface="Lexend Deca SemiBold"/>
                <a:ea typeface="Lexend Deca SemiBold"/>
                <a:cs typeface="Lexend Deca SemiBold"/>
                <a:sym typeface="Lexend Deca SemiBold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exend Deca SemiBold"/>
              <a:buNone/>
              <a:defRPr sz="3000">
                <a:solidFill>
                  <a:schemeClr val="dk1"/>
                </a:solidFill>
                <a:latin typeface="Lexend Deca SemiBold"/>
                <a:ea typeface="Lexend Deca SemiBold"/>
                <a:cs typeface="Lexend Deca SemiBold"/>
                <a:sym typeface="Lexend Deca SemiBold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exend Deca SemiBold"/>
              <a:buNone/>
              <a:defRPr sz="3000">
                <a:solidFill>
                  <a:schemeClr val="dk1"/>
                </a:solidFill>
                <a:latin typeface="Lexend Deca SemiBold"/>
                <a:ea typeface="Lexend Deca SemiBold"/>
                <a:cs typeface="Lexend Deca SemiBold"/>
                <a:sym typeface="Lexend Deca SemiBold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exend Deca SemiBold"/>
              <a:buNone/>
              <a:defRPr sz="3000">
                <a:solidFill>
                  <a:schemeClr val="dk1"/>
                </a:solidFill>
                <a:latin typeface="Lexend Deca SemiBold"/>
                <a:ea typeface="Lexend Deca SemiBold"/>
                <a:cs typeface="Lexend Deca SemiBold"/>
                <a:sym typeface="Lexend Deca SemiBold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exend Deca SemiBold"/>
              <a:buNone/>
              <a:defRPr sz="3000">
                <a:solidFill>
                  <a:schemeClr val="dk1"/>
                </a:solidFill>
                <a:latin typeface="Lexend Deca SemiBold"/>
                <a:ea typeface="Lexend Deca SemiBold"/>
                <a:cs typeface="Lexend Deca SemiBold"/>
                <a:sym typeface="Lexend Deca SemiBold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exend Deca SemiBold"/>
              <a:buNone/>
              <a:defRPr sz="3000">
                <a:solidFill>
                  <a:schemeClr val="dk1"/>
                </a:solidFill>
                <a:latin typeface="Lexend Deca SemiBold"/>
                <a:ea typeface="Lexend Deca SemiBold"/>
                <a:cs typeface="Lexend Deca SemiBold"/>
                <a:sym typeface="Lexend Deca SemiBold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M Sans"/>
              <a:buChar char="●"/>
              <a:defRPr sz="14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M Sans"/>
              <a:buChar char="○"/>
              <a:defRPr sz="14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M Sans"/>
              <a:buChar char="■"/>
              <a:defRPr sz="14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M Sans"/>
              <a:buChar char="●"/>
              <a:defRPr sz="14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M Sans"/>
              <a:buChar char="○"/>
              <a:defRPr sz="14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M Sans"/>
              <a:buChar char="■"/>
              <a:defRPr sz="14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M Sans"/>
              <a:buChar char="●"/>
              <a:defRPr sz="14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M Sans"/>
              <a:buChar char="○"/>
              <a:defRPr sz="14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DM Sans"/>
              <a:buChar char="■"/>
              <a:defRPr sz="14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" name="Google Shape;54;p13"/>
          <p:cNvSpPr txBox="1"/>
          <p:nvPr/>
        </p:nvSpPr>
        <p:spPr>
          <a:xfrm rot="5400000">
            <a:off x="-509475" y="4648763"/>
            <a:ext cx="1184700" cy="28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SLIDESMANIA.COM</a:t>
            </a:r>
            <a:endParaRPr sz="900">
              <a:solidFill>
                <a:schemeClr val="dk1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ds-6021-final-project-snap.onrender.com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5"/>
          <p:cNvSpPr txBox="1">
            <a:spLocks noGrp="1"/>
          </p:cNvSpPr>
          <p:nvPr>
            <p:ph type="title"/>
          </p:nvPr>
        </p:nvSpPr>
        <p:spPr>
          <a:xfrm>
            <a:off x="2160488" y="1213463"/>
            <a:ext cx="6023700" cy="215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Measuring </a:t>
            </a:r>
            <a:r>
              <a:rPr lang="en">
                <a:solidFill>
                  <a:schemeClr val="accent1"/>
                </a:solidFill>
              </a:rPr>
              <a:t>SNAP Policy Generosity </a:t>
            </a:r>
            <a:r>
              <a:rPr lang="en"/>
              <a:t>Across the United States .</a:t>
            </a:r>
            <a:endParaRPr/>
          </a:p>
        </p:txBody>
      </p:sp>
      <p:sp>
        <p:nvSpPr>
          <p:cNvPr id="242" name="Google Shape;242;p35"/>
          <p:cNvSpPr txBox="1">
            <a:spLocks noGrp="1"/>
          </p:cNvSpPr>
          <p:nvPr>
            <p:ph type="subTitle" idx="1"/>
          </p:nvPr>
        </p:nvSpPr>
        <p:spPr>
          <a:xfrm>
            <a:off x="2492375" y="3925375"/>
            <a:ext cx="5948100" cy="53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By: Shawn Ding, Grace George, Razan Habboub, Arnav Jain, Aeon Levy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43" name="Google Shape;243;p35"/>
          <p:cNvGrpSpPr/>
          <p:nvPr/>
        </p:nvGrpSpPr>
        <p:grpSpPr>
          <a:xfrm>
            <a:off x="8015584" y="576729"/>
            <a:ext cx="671003" cy="579524"/>
            <a:chOff x="4473320" y="1359978"/>
            <a:chExt cx="1435607" cy="1240155"/>
          </a:xfrm>
        </p:grpSpPr>
        <p:sp>
          <p:nvSpPr>
            <p:cNvPr id="244" name="Google Shape;244;p35"/>
            <p:cNvSpPr/>
            <p:nvPr/>
          </p:nvSpPr>
          <p:spPr>
            <a:xfrm>
              <a:off x="4473320" y="1359978"/>
              <a:ext cx="1435607" cy="901826"/>
            </a:xfrm>
            <a:custGeom>
              <a:avLst/>
              <a:gdLst/>
              <a:ahLst/>
              <a:cxnLst/>
              <a:rect l="l" t="t" r="r" b="b"/>
              <a:pathLst>
                <a:path w="1435607" h="901826" extrusionOk="0">
                  <a:moveTo>
                    <a:pt x="1418177" y="598361"/>
                  </a:moveTo>
                  <a:lnTo>
                    <a:pt x="1330547" y="598361"/>
                  </a:lnTo>
                  <a:cubicBezTo>
                    <a:pt x="1322642" y="267176"/>
                    <a:pt x="1050989" y="0"/>
                    <a:pt x="717804" y="0"/>
                  </a:cubicBezTo>
                  <a:cubicBezTo>
                    <a:pt x="384715" y="0"/>
                    <a:pt x="112967" y="267081"/>
                    <a:pt x="105156" y="598265"/>
                  </a:cubicBezTo>
                  <a:lnTo>
                    <a:pt x="17526" y="598265"/>
                  </a:lnTo>
                  <a:cubicBezTo>
                    <a:pt x="7811" y="598265"/>
                    <a:pt x="0" y="606076"/>
                    <a:pt x="0" y="615791"/>
                  </a:cubicBezTo>
                  <a:lnTo>
                    <a:pt x="0" y="884301"/>
                  </a:lnTo>
                  <a:cubicBezTo>
                    <a:pt x="0" y="894017"/>
                    <a:pt x="7811" y="901827"/>
                    <a:pt x="17526" y="901827"/>
                  </a:cubicBezTo>
                  <a:lnTo>
                    <a:pt x="1418082" y="901827"/>
                  </a:lnTo>
                  <a:cubicBezTo>
                    <a:pt x="1427798" y="901827"/>
                    <a:pt x="1435608" y="894017"/>
                    <a:pt x="1435608" y="884301"/>
                  </a:cubicBezTo>
                  <a:lnTo>
                    <a:pt x="1435608" y="615887"/>
                  </a:lnTo>
                  <a:cubicBezTo>
                    <a:pt x="1435608" y="606171"/>
                    <a:pt x="1427798" y="598361"/>
                    <a:pt x="1418177" y="598361"/>
                  </a:cubicBezTo>
                  <a:close/>
                  <a:moveTo>
                    <a:pt x="1400651" y="866870"/>
                  </a:moveTo>
                  <a:lnTo>
                    <a:pt x="1266444" y="866870"/>
                  </a:lnTo>
                  <a:lnTo>
                    <a:pt x="1266444" y="759333"/>
                  </a:lnTo>
                  <a:cubicBezTo>
                    <a:pt x="1266444" y="749618"/>
                    <a:pt x="1258824" y="741807"/>
                    <a:pt x="1249299" y="741807"/>
                  </a:cubicBezTo>
                  <a:cubicBezTo>
                    <a:pt x="1239774" y="741807"/>
                    <a:pt x="1232154" y="749618"/>
                    <a:pt x="1232154" y="759333"/>
                  </a:cubicBezTo>
                  <a:lnTo>
                    <a:pt x="1232154" y="866870"/>
                  </a:lnTo>
                  <a:lnTo>
                    <a:pt x="1115568" y="866870"/>
                  </a:lnTo>
                  <a:lnTo>
                    <a:pt x="1115568" y="759333"/>
                  </a:lnTo>
                  <a:cubicBezTo>
                    <a:pt x="1115568" y="749618"/>
                    <a:pt x="1107662" y="741807"/>
                    <a:pt x="1097852" y="741807"/>
                  </a:cubicBezTo>
                  <a:cubicBezTo>
                    <a:pt x="1088041" y="741807"/>
                    <a:pt x="1080135" y="749618"/>
                    <a:pt x="1080135" y="759333"/>
                  </a:cubicBezTo>
                  <a:lnTo>
                    <a:pt x="1080135" y="866870"/>
                  </a:lnTo>
                  <a:lnTo>
                    <a:pt x="963549" y="866870"/>
                  </a:lnTo>
                  <a:lnTo>
                    <a:pt x="963549" y="759333"/>
                  </a:lnTo>
                  <a:cubicBezTo>
                    <a:pt x="963549" y="749618"/>
                    <a:pt x="955643" y="741807"/>
                    <a:pt x="945833" y="741807"/>
                  </a:cubicBezTo>
                  <a:cubicBezTo>
                    <a:pt x="936022" y="741807"/>
                    <a:pt x="928116" y="749618"/>
                    <a:pt x="928116" y="759333"/>
                  </a:cubicBezTo>
                  <a:lnTo>
                    <a:pt x="928116" y="866870"/>
                  </a:lnTo>
                  <a:lnTo>
                    <a:pt x="811530" y="866870"/>
                  </a:lnTo>
                  <a:lnTo>
                    <a:pt x="811530" y="759333"/>
                  </a:lnTo>
                  <a:cubicBezTo>
                    <a:pt x="811530" y="749618"/>
                    <a:pt x="803624" y="741807"/>
                    <a:pt x="793814" y="741807"/>
                  </a:cubicBezTo>
                  <a:cubicBezTo>
                    <a:pt x="784003" y="741807"/>
                    <a:pt x="776097" y="749618"/>
                    <a:pt x="776097" y="759333"/>
                  </a:cubicBezTo>
                  <a:lnTo>
                    <a:pt x="776097" y="866870"/>
                  </a:lnTo>
                  <a:lnTo>
                    <a:pt x="659511" y="866870"/>
                  </a:lnTo>
                  <a:lnTo>
                    <a:pt x="659511" y="759333"/>
                  </a:lnTo>
                  <a:cubicBezTo>
                    <a:pt x="659511" y="749618"/>
                    <a:pt x="651891" y="741807"/>
                    <a:pt x="642366" y="741807"/>
                  </a:cubicBezTo>
                  <a:cubicBezTo>
                    <a:pt x="632841" y="741807"/>
                    <a:pt x="625221" y="749618"/>
                    <a:pt x="625221" y="759333"/>
                  </a:cubicBezTo>
                  <a:lnTo>
                    <a:pt x="625221" y="866870"/>
                  </a:lnTo>
                  <a:lnTo>
                    <a:pt x="508635" y="866870"/>
                  </a:lnTo>
                  <a:lnTo>
                    <a:pt x="508635" y="759333"/>
                  </a:lnTo>
                  <a:cubicBezTo>
                    <a:pt x="508635" y="749618"/>
                    <a:pt x="500729" y="741807"/>
                    <a:pt x="490918" y="741807"/>
                  </a:cubicBezTo>
                  <a:cubicBezTo>
                    <a:pt x="481108" y="741807"/>
                    <a:pt x="473202" y="749618"/>
                    <a:pt x="473202" y="759333"/>
                  </a:cubicBezTo>
                  <a:lnTo>
                    <a:pt x="473202" y="866870"/>
                  </a:lnTo>
                  <a:lnTo>
                    <a:pt x="356616" y="866870"/>
                  </a:lnTo>
                  <a:lnTo>
                    <a:pt x="356616" y="759333"/>
                  </a:lnTo>
                  <a:cubicBezTo>
                    <a:pt x="356616" y="749618"/>
                    <a:pt x="348710" y="741807"/>
                    <a:pt x="338900" y="741807"/>
                  </a:cubicBezTo>
                  <a:cubicBezTo>
                    <a:pt x="329089" y="741807"/>
                    <a:pt x="321183" y="749618"/>
                    <a:pt x="321183" y="759333"/>
                  </a:cubicBezTo>
                  <a:lnTo>
                    <a:pt x="321183" y="866870"/>
                  </a:lnTo>
                  <a:lnTo>
                    <a:pt x="204597" y="866870"/>
                  </a:lnTo>
                  <a:lnTo>
                    <a:pt x="204597" y="759333"/>
                  </a:lnTo>
                  <a:cubicBezTo>
                    <a:pt x="204597" y="749618"/>
                    <a:pt x="196691" y="741807"/>
                    <a:pt x="186880" y="741807"/>
                  </a:cubicBezTo>
                  <a:cubicBezTo>
                    <a:pt x="177070" y="741807"/>
                    <a:pt x="169164" y="749618"/>
                    <a:pt x="169164" y="759333"/>
                  </a:cubicBezTo>
                  <a:lnTo>
                    <a:pt x="169164" y="866870"/>
                  </a:lnTo>
                  <a:lnTo>
                    <a:pt x="35052" y="866870"/>
                  </a:lnTo>
                  <a:lnTo>
                    <a:pt x="35052" y="633317"/>
                  </a:lnTo>
                  <a:lnTo>
                    <a:pt x="122587" y="633317"/>
                  </a:lnTo>
                  <a:cubicBezTo>
                    <a:pt x="132302" y="633317"/>
                    <a:pt x="140113" y="625507"/>
                    <a:pt x="140113" y="615791"/>
                  </a:cubicBezTo>
                  <a:lnTo>
                    <a:pt x="140113" y="612839"/>
                  </a:lnTo>
                  <a:cubicBezTo>
                    <a:pt x="140113" y="294227"/>
                    <a:pt x="399383" y="34957"/>
                    <a:pt x="717899" y="34957"/>
                  </a:cubicBezTo>
                  <a:cubicBezTo>
                    <a:pt x="1036415" y="34957"/>
                    <a:pt x="1295686" y="294227"/>
                    <a:pt x="1295686" y="612839"/>
                  </a:cubicBezTo>
                  <a:lnTo>
                    <a:pt x="1295686" y="615791"/>
                  </a:lnTo>
                  <a:cubicBezTo>
                    <a:pt x="1295686" y="625507"/>
                    <a:pt x="1303496" y="633317"/>
                    <a:pt x="1313212" y="633317"/>
                  </a:cubicBezTo>
                  <a:lnTo>
                    <a:pt x="1400747" y="633317"/>
                  </a:lnTo>
                  <a:lnTo>
                    <a:pt x="1400747" y="86687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" name="Google Shape;245;p35"/>
            <p:cNvSpPr/>
            <p:nvPr/>
          </p:nvSpPr>
          <p:spPr>
            <a:xfrm>
              <a:off x="4829079" y="1610962"/>
              <a:ext cx="723614" cy="382333"/>
            </a:xfrm>
            <a:custGeom>
              <a:avLst/>
              <a:gdLst/>
              <a:ahLst/>
              <a:cxnLst/>
              <a:rect l="l" t="t" r="r" b="b"/>
              <a:pathLst>
                <a:path w="723614" h="382333" extrusionOk="0">
                  <a:moveTo>
                    <a:pt x="361855" y="0"/>
                  </a:moveTo>
                  <a:cubicBezTo>
                    <a:pt x="162401" y="0"/>
                    <a:pt x="0" y="162401"/>
                    <a:pt x="0" y="361855"/>
                  </a:cubicBezTo>
                  <a:cubicBezTo>
                    <a:pt x="0" y="363474"/>
                    <a:pt x="0" y="365284"/>
                    <a:pt x="190" y="366903"/>
                  </a:cubicBezTo>
                  <a:cubicBezTo>
                    <a:pt x="1238" y="375666"/>
                    <a:pt x="8668" y="382333"/>
                    <a:pt x="17621" y="382333"/>
                  </a:cubicBezTo>
                  <a:lnTo>
                    <a:pt x="286321" y="382333"/>
                  </a:lnTo>
                  <a:cubicBezTo>
                    <a:pt x="295561" y="382333"/>
                    <a:pt x="303085" y="375190"/>
                    <a:pt x="303848" y="366141"/>
                  </a:cubicBezTo>
                  <a:cubicBezTo>
                    <a:pt x="306229" y="336042"/>
                    <a:pt x="331660" y="312325"/>
                    <a:pt x="361950" y="312325"/>
                  </a:cubicBezTo>
                  <a:cubicBezTo>
                    <a:pt x="392335" y="312325"/>
                    <a:pt x="417767" y="335947"/>
                    <a:pt x="420052" y="366141"/>
                  </a:cubicBezTo>
                  <a:cubicBezTo>
                    <a:pt x="420719" y="375380"/>
                    <a:pt x="428434" y="382333"/>
                    <a:pt x="437578" y="382333"/>
                  </a:cubicBezTo>
                  <a:lnTo>
                    <a:pt x="706279" y="382333"/>
                  </a:lnTo>
                  <a:cubicBezTo>
                    <a:pt x="715137" y="382333"/>
                    <a:pt x="722662" y="375761"/>
                    <a:pt x="723424" y="366903"/>
                  </a:cubicBezTo>
                  <a:cubicBezTo>
                    <a:pt x="723614" y="365284"/>
                    <a:pt x="723614" y="363474"/>
                    <a:pt x="723614" y="361855"/>
                  </a:cubicBezTo>
                  <a:cubicBezTo>
                    <a:pt x="723709" y="162401"/>
                    <a:pt x="561308" y="0"/>
                    <a:pt x="361855" y="0"/>
                  </a:cubicBezTo>
                  <a:close/>
                  <a:moveTo>
                    <a:pt x="452437" y="347377"/>
                  </a:moveTo>
                  <a:cubicBezTo>
                    <a:pt x="441960" y="307086"/>
                    <a:pt x="405003" y="277368"/>
                    <a:pt x="362141" y="277368"/>
                  </a:cubicBezTo>
                  <a:cubicBezTo>
                    <a:pt x="319278" y="277368"/>
                    <a:pt x="282321" y="306991"/>
                    <a:pt x="271843" y="347377"/>
                  </a:cubicBezTo>
                  <a:lnTo>
                    <a:pt x="35719" y="347377"/>
                  </a:lnTo>
                  <a:cubicBezTo>
                    <a:pt x="43339" y="173926"/>
                    <a:pt x="186880" y="35052"/>
                    <a:pt x="362141" y="35052"/>
                  </a:cubicBezTo>
                  <a:cubicBezTo>
                    <a:pt x="537115" y="35052"/>
                    <a:pt x="680466" y="173260"/>
                    <a:pt x="688562" y="347377"/>
                  </a:cubicBezTo>
                  <a:lnTo>
                    <a:pt x="452437" y="347377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" name="Google Shape;246;p35"/>
            <p:cNvSpPr/>
            <p:nvPr/>
          </p:nvSpPr>
          <p:spPr>
            <a:xfrm>
              <a:off x="4549806" y="2379630"/>
              <a:ext cx="1327118" cy="220503"/>
            </a:xfrm>
            <a:custGeom>
              <a:avLst/>
              <a:gdLst/>
              <a:ahLst/>
              <a:cxnLst/>
              <a:rect l="l" t="t" r="r" b="b"/>
              <a:pathLst>
                <a:path w="1327118" h="220503" extrusionOk="0">
                  <a:moveTo>
                    <a:pt x="1315307" y="93536"/>
                  </a:moveTo>
                  <a:lnTo>
                    <a:pt x="1195197" y="51816"/>
                  </a:lnTo>
                  <a:cubicBezTo>
                    <a:pt x="1193864" y="50863"/>
                    <a:pt x="1192340" y="50006"/>
                    <a:pt x="1190720" y="49435"/>
                  </a:cubicBezTo>
                  <a:lnTo>
                    <a:pt x="1072134" y="7906"/>
                  </a:lnTo>
                  <a:cubicBezTo>
                    <a:pt x="1070419" y="6286"/>
                    <a:pt x="1068515" y="4953"/>
                    <a:pt x="1066228" y="4096"/>
                  </a:cubicBezTo>
                  <a:lnTo>
                    <a:pt x="1057275" y="952"/>
                  </a:lnTo>
                  <a:cubicBezTo>
                    <a:pt x="1055370" y="381"/>
                    <a:pt x="1053465" y="0"/>
                    <a:pt x="1051465" y="0"/>
                  </a:cubicBezTo>
                  <a:lnTo>
                    <a:pt x="350234" y="0"/>
                  </a:lnTo>
                  <a:cubicBezTo>
                    <a:pt x="350139" y="0"/>
                    <a:pt x="350044" y="0"/>
                    <a:pt x="349853" y="0"/>
                  </a:cubicBezTo>
                  <a:cubicBezTo>
                    <a:pt x="349758" y="0"/>
                    <a:pt x="349663" y="0"/>
                    <a:pt x="349472" y="0"/>
                  </a:cubicBezTo>
                  <a:lnTo>
                    <a:pt x="183737" y="0"/>
                  </a:lnTo>
                  <a:lnTo>
                    <a:pt x="183261" y="0"/>
                  </a:lnTo>
                  <a:lnTo>
                    <a:pt x="17526" y="0"/>
                  </a:lnTo>
                  <a:cubicBezTo>
                    <a:pt x="7811" y="0"/>
                    <a:pt x="0" y="7810"/>
                    <a:pt x="0" y="17526"/>
                  </a:cubicBezTo>
                  <a:lnTo>
                    <a:pt x="0" y="202978"/>
                  </a:lnTo>
                  <a:cubicBezTo>
                    <a:pt x="0" y="212693"/>
                    <a:pt x="7811" y="220504"/>
                    <a:pt x="17526" y="220504"/>
                  </a:cubicBezTo>
                  <a:lnTo>
                    <a:pt x="183261" y="220504"/>
                  </a:lnTo>
                  <a:lnTo>
                    <a:pt x="183737" y="220504"/>
                  </a:lnTo>
                  <a:lnTo>
                    <a:pt x="349472" y="220504"/>
                  </a:lnTo>
                  <a:cubicBezTo>
                    <a:pt x="349567" y="220504"/>
                    <a:pt x="349663" y="220504"/>
                    <a:pt x="349853" y="220504"/>
                  </a:cubicBezTo>
                  <a:cubicBezTo>
                    <a:pt x="349949" y="220504"/>
                    <a:pt x="350044" y="220504"/>
                    <a:pt x="350234" y="220504"/>
                  </a:cubicBezTo>
                  <a:lnTo>
                    <a:pt x="1049846" y="220504"/>
                  </a:lnTo>
                  <a:cubicBezTo>
                    <a:pt x="1051846" y="220504"/>
                    <a:pt x="1053846" y="220123"/>
                    <a:pt x="1055656" y="219551"/>
                  </a:cubicBezTo>
                  <a:lnTo>
                    <a:pt x="1066324" y="215837"/>
                  </a:lnTo>
                  <a:cubicBezTo>
                    <a:pt x="1068134" y="215170"/>
                    <a:pt x="1069848" y="214217"/>
                    <a:pt x="1071277" y="212979"/>
                  </a:cubicBezTo>
                  <a:lnTo>
                    <a:pt x="1190911" y="170402"/>
                  </a:lnTo>
                  <a:cubicBezTo>
                    <a:pt x="1191197" y="170307"/>
                    <a:pt x="1191387" y="170117"/>
                    <a:pt x="1191673" y="169926"/>
                  </a:cubicBezTo>
                  <a:lnTo>
                    <a:pt x="1315402" y="126301"/>
                  </a:lnTo>
                  <a:cubicBezTo>
                    <a:pt x="1322451" y="123730"/>
                    <a:pt x="1327118" y="117253"/>
                    <a:pt x="1327118" y="109728"/>
                  </a:cubicBezTo>
                  <a:cubicBezTo>
                    <a:pt x="1327023" y="102584"/>
                    <a:pt x="1322356" y="95917"/>
                    <a:pt x="1315307" y="93536"/>
                  </a:cubicBezTo>
                  <a:close/>
                  <a:moveTo>
                    <a:pt x="35147" y="35052"/>
                  </a:moveTo>
                  <a:lnTo>
                    <a:pt x="165925" y="35052"/>
                  </a:lnTo>
                  <a:lnTo>
                    <a:pt x="165925" y="185356"/>
                  </a:lnTo>
                  <a:lnTo>
                    <a:pt x="35147" y="185356"/>
                  </a:lnTo>
                  <a:lnTo>
                    <a:pt x="35147" y="35052"/>
                  </a:lnTo>
                  <a:close/>
                  <a:moveTo>
                    <a:pt x="1077944" y="47053"/>
                  </a:moveTo>
                  <a:lnTo>
                    <a:pt x="1167098" y="78105"/>
                  </a:lnTo>
                  <a:lnTo>
                    <a:pt x="1167098" y="141542"/>
                  </a:lnTo>
                  <a:lnTo>
                    <a:pt x="1077944" y="173260"/>
                  </a:lnTo>
                  <a:lnTo>
                    <a:pt x="1077944" y="47053"/>
                  </a:lnTo>
                  <a:close/>
                  <a:moveTo>
                    <a:pt x="332042" y="185452"/>
                  </a:moveTo>
                  <a:lnTo>
                    <a:pt x="201263" y="185452"/>
                  </a:lnTo>
                  <a:lnTo>
                    <a:pt x="201263" y="35147"/>
                  </a:lnTo>
                  <a:lnTo>
                    <a:pt x="332042" y="35147"/>
                  </a:lnTo>
                  <a:lnTo>
                    <a:pt x="332042" y="185452"/>
                  </a:lnTo>
                  <a:close/>
                  <a:moveTo>
                    <a:pt x="367760" y="35052"/>
                  </a:moveTo>
                  <a:lnTo>
                    <a:pt x="1039082" y="35052"/>
                  </a:lnTo>
                  <a:lnTo>
                    <a:pt x="1039082" y="185356"/>
                  </a:lnTo>
                  <a:lnTo>
                    <a:pt x="367760" y="185356"/>
                  </a:lnTo>
                  <a:lnTo>
                    <a:pt x="367760" y="35052"/>
                  </a:lnTo>
                  <a:close/>
                  <a:moveTo>
                    <a:pt x="1202531" y="129159"/>
                  </a:moveTo>
                  <a:lnTo>
                    <a:pt x="1202531" y="91345"/>
                  </a:lnTo>
                  <a:lnTo>
                    <a:pt x="1256728" y="110109"/>
                  </a:lnTo>
                  <a:lnTo>
                    <a:pt x="1202531" y="12915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7" name="Google Shape;247;p35"/>
          <p:cNvGrpSpPr/>
          <p:nvPr/>
        </p:nvGrpSpPr>
        <p:grpSpPr>
          <a:xfrm>
            <a:off x="2071301" y="3881864"/>
            <a:ext cx="372323" cy="538463"/>
            <a:chOff x="6594769" y="2752153"/>
            <a:chExt cx="953209" cy="1378553"/>
          </a:xfrm>
        </p:grpSpPr>
        <p:sp>
          <p:nvSpPr>
            <p:cNvPr id="248" name="Google Shape;248;p35"/>
            <p:cNvSpPr/>
            <p:nvPr/>
          </p:nvSpPr>
          <p:spPr>
            <a:xfrm>
              <a:off x="6594769" y="2752153"/>
              <a:ext cx="953209" cy="1378553"/>
            </a:xfrm>
            <a:custGeom>
              <a:avLst/>
              <a:gdLst/>
              <a:ahLst/>
              <a:cxnLst/>
              <a:rect l="l" t="t" r="r" b="b"/>
              <a:pathLst>
                <a:path w="953209" h="1378553" extrusionOk="0">
                  <a:moveTo>
                    <a:pt x="945697" y="822198"/>
                  </a:moveTo>
                  <a:cubicBezTo>
                    <a:pt x="937696" y="816673"/>
                    <a:pt x="926838" y="818674"/>
                    <a:pt x="921313" y="826580"/>
                  </a:cubicBezTo>
                  <a:cubicBezTo>
                    <a:pt x="893881" y="866299"/>
                    <a:pt x="861496" y="901541"/>
                    <a:pt x="825206" y="931926"/>
                  </a:cubicBezTo>
                  <a:lnTo>
                    <a:pt x="756626" y="784098"/>
                  </a:lnTo>
                  <a:cubicBezTo>
                    <a:pt x="752530" y="775430"/>
                    <a:pt x="742148" y="771525"/>
                    <a:pt x="733385" y="775621"/>
                  </a:cubicBezTo>
                  <a:cubicBezTo>
                    <a:pt x="724622" y="779717"/>
                    <a:pt x="720812" y="790099"/>
                    <a:pt x="724907" y="798862"/>
                  </a:cubicBezTo>
                  <a:lnTo>
                    <a:pt x="796916" y="954024"/>
                  </a:lnTo>
                  <a:lnTo>
                    <a:pt x="811775" y="986219"/>
                  </a:lnTo>
                  <a:lnTo>
                    <a:pt x="833207" y="1032320"/>
                  </a:lnTo>
                  <a:cubicBezTo>
                    <a:pt x="866258" y="1103948"/>
                    <a:pt x="839589" y="1188148"/>
                    <a:pt x="773771" y="1228249"/>
                  </a:cubicBezTo>
                  <a:lnTo>
                    <a:pt x="691665" y="1051179"/>
                  </a:lnTo>
                  <a:lnTo>
                    <a:pt x="676901" y="1019461"/>
                  </a:lnTo>
                  <a:lnTo>
                    <a:pt x="519453" y="680180"/>
                  </a:lnTo>
                  <a:cubicBezTo>
                    <a:pt x="563554" y="667226"/>
                    <a:pt x="600130" y="636460"/>
                    <a:pt x="620704" y="596170"/>
                  </a:cubicBezTo>
                  <a:cubicBezTo>
                    <a:pt x="632896" y="608457"/>
                    <a:pt x="643183" y="623030"/>
                    <a:pt x="650898" y="639604"/>
                  </a:cubicBezTo>
                  <a:lnTo>
                    <a:pt x="694523" y="733711"/>
                  </a:lnTo>
                  <a:cubicBezTo>
                    <a:pt x="698618" y="742474"/>
                    <a:pt x="709001" y="746379"/>
                    <a:pt x="717764" y="742283"/>
                  </a:cubicBezTo>
                  <a:cubicBezTo>
                    <a:pt x="726527" y="738188"/>
                    <a:pt x="730337" y="727805"/>
                    <a:pt x="726241" y="719042"/>
                  </a:cubicBezTo>
                  <a:lnTo>
                    <a:pt x="682616" y="624935"/>
                  </a:lnTo>
                  <a:cubicBezTo>
                    <a:pt x="670806" y="599504"/>
                    <a:pt x="654041" y="577882"/>
                    <a:pt x="633944" y="560832"/>
                  </a:cubicBezTo>
                  <a:cubicBezTo>
                    <a:pt x="637182" y="547973"/>
                    <a:pt x="638897" y="534543"/>
                    <a:pt x="638897" y="520637"/>
                  </a:cubicBezTo>
                  <a:cubicBezTo>
                    <a:pt x="638897" y="435007"/>
                    <a:pt x="573746" y="364236"/>
                    <a:pt x="490307" y="355283"/>
                  </a:cubicBezTo>
                  <a:lnTo>
                    <a:pt x="490307" y="205264"/>
                  </a:lnTo>
                  <a:cubicBezTo>
                    <a:pt x="538980" y="196882"/>
                    <a:pt x="576032" y="154496"/>
                    <a:pt x="576032" y="103442"/>
                  </a:cubicBezTo>
                  <a:cubicBezTo>
                    <a:pt x="576032" y="46482"/>
                    <a:pt x="529550" y="0"/>
                    <a:pt x="472590" y="0"/>
                  </a:cubicBezTo>
                  <a:cubicBezTo>
                    <a:pt x="415631" y="0"/>
                    <a:pt x="369149" y="46292"/>
                    <a:pt x="369149" y="103442"/>
                  </a:cubicBezTo>
                  <a:cubicBezTo>
                    <a:pt x="369149" y="154400"/>
                    <a:pt x="406201" y="196787"/>
                    <a:pt x="454874" y="205264"/>
                  </a:cubicBezTo>
                  <a:lnTo>
                    <a:pt x="454874" y="355283"/>
                  </a:lnTo>
                  <a:cubicBezTo>
                    <a:pt x="371530" y="364141"/>
                    <a:pt x="306284" y="435007"/>
                    <a:pt x="306284" y="520637"/>
                  </a:cubicBezTo>
                  <a:cubicBezTo>
                    <a:pt x="306284" y="535114"/>
                    <a:pt x="308093" y="549116"/>
                    <a:pt x="311618" y="562451"/>
                  </a:cubicBezTo>
                  <a:cubicBezTo>
                    <a:pt x="292091" y="579406"/>
                    <a:pt x="276089" y="600647"/>
                    <a:pt x="264850" y="624935"/>
                  </a:cubicBezTo>
                  <a:lnTo>
                    <a:pt x="125404" y="925449"/>
                  </a:lnTo>
                  <a:cubicBezTo>
                    <a:pt x="90066" y="894779"/>
                    <a:pt x="58634" y="859250"/>
                    <a:pt x="32154" y="819436"/>
                  </a:cubicBezTo>
                  <a:cubicBezTo>
                    <a:pt x="26725" y="811339"/>
                    <a:pt x="15866" y="809149"/>
                    <a:pt x="7865" y="814483"/>
                  </a:cubicBezTo>
                  <a:cubicBezTo>
                    <a:pt x="-231" y="819817"/>
                    <a:pt x="-2422" y="830675"/>
                    <a:pt x="2913" y="838772"/>
                  </a:cubicBezTo>
                  <a:cubicBezTo>
                    <a:pt x="33107" y="884110"/>
                    <a:pt x="69302" y="924211"/>
                    <a:pt x="110069" y="958405"/>
                  </a:cubicBezTo>
                  <a:lnTo>
                    <a:pt x="82637" y="1017556"/>
                  </a:lnTo>
                  <a:cubicBezTo>
                    <a:pt x="41108" y="1107091"/>
                    <a:pt x="76064" y="1212628"/>
                    <a:pt x="160170" y="1260729"/>
                  </a:cubicBezTo>
                  <a:lnTo>
                    <a:pt x="121308" y="1354455"/>
                  </a:lnTo>
                  <a:cubicBezTo>
                    <a:pt x="117689" y="1363408"/>
                    <a:pt x="121880" y="1373600"/>
                    <a:pt x="130928" y="1377315"/>
                  </a:cubicBezTo>
                  <a:cubicBezTo>
                    <a:pt x="133119" y="1378172"/>
                    <a:pt x="135405" y="1378553"/>
                    <a:pt x="137596" y="1378553"/>
                  </a:cubicBezTo>
                  <a:cubicBezTo>
                    <a:pt x="144549" y="1378553"/>
                    <a:pt x="151122" y="1374457"/>
                    <a:pt x="153884" y="1367695"/>
                  </a:cubicBezTo>
                  <a:lnTo>
                    <a:pt x="198651" y="1259777"/>
                  </a:lnTo>
                  <a:cubicBezTo>
                    <a:pt x="199223" y="1258348"/>
                    <a:pt x="199508" y="1256824"/>
                    <a:pt x="199699" y="1255395"/>
                  </a:cubicBezTo>
                  <a:lnTo>
                    <a:pt x="219987" y="1211961"/>
                  </a:lnTo>
                  <a:cubicBezTo>
                    <a:pt x="223988" y="1203198"/>
                    <a:pt x="220178" y="1192816"/>
                    <a:pt x="211415" y="1188720"/>
                  </a:cubicBezTo>
                  <a:cubicBezTo>
                    <a:pt x="202652" y="1184624"/>
                    <a:pt x="192269" y="1188530"/>
                    <a:pt x="188174" y="1197197"/>
                  </a:cubicBezTo>
                  <a:lnTo>
                    <a:pt x="173696" y="1228344"/>
                  </a:lnTo>
                  <a:cubicBezTo>
                    <a:pt x="107878" y="1188244"/>
                    <a:pt x="81113" y="1103948"/>
                    <a:pt x="114260" y="1032415"/>
                  </a:cubicBezTo>
                  <a:lnTo>
                    <a:pt x="138263" y="980599"/>
                  </a:lnTo>
                  <a:lnTo>
                    <a:pt x="153407" y="948214"/>
                  </a:lnTo>
                  <a:lnTo>
                    <a:pt x="296568" y="639699"/>
                  </a:lnTo>
                  <a:cubicBezTo>
                    <a:pt x="303807" y="624078"/>
                    <a:pt x="313427" y="609981"/>
                    <a:pt x="325239" y="597789"/>
                  </a:cubicBezTo>
                  <a:cubicBezTo>
                    <a:pt x="346289" y="637889"/>
                    <a:pt x="383341" y="668369"/>
                    <a:pt x="427823" y="680752"/>
                  </a:cubicBezTo>
                  <a:lnTo>
                    <a:pt x="272184" y="1015937"/>
                  </a:lnTo>
                  <a:lnTo>
                    <a:pt x="257421" y="1047655"/>
                  </a:lnTo>
                  <a:lnTo>
                    <a:pt x="214367" y="1140523"/>
                  </a:lnTo>
                  <a:cubicBezTo>
                    <a:pt x="210272" y="1149287"/>
                    <a:pt x="214082" y="1159669"/>
                    <a:pt x="222845" y="1163764"/>
                  </a:cubicBezTo>
                  <a:cubicBezTo>
                    <a:pt x="231608" y="1167860"/>
                    <a:pt x="241990" y="1163955"/>
                    <a:pt x="246086" y="1155192"/>
                  </a:cubicBezTo>
                  <a:lnTo>
                    <a:pt x="290186" y="1060132"/>
                  </a:lnTo>
                  <a:cubicBezTo>
                    <a:pt x="343907" y="1078611"/>
                    <a:pt x="400867" y="1089184"/>
                    <a:pt x="459350" y="1091184"/>
                  </a:cubicBezTo>
                  <a:lnTo>
                    <a:pt x="459350" y="1165574"/>
                  </a:lnTo>
                  <a:cubicBezTo>
                    <a:pt x="459350" y="1175290"/>
                    <a:pt x="466971" y="1183005"/>
                    <a:pt x="476496" y="1183005"/>
                  </a:cubicBezTo>
                  <a:cubicBezTo>
                    <a:pt x="485830" y="1183005"/>
                    <a:pt x="493640" y="1175195"/>
                    <a:pt x="493640" y="1165574"/>
                  </a:cubicBezTo>
                  <a:lnTo>
                    <a:pt x="493640" y="1091279"/>
                  </a:lnTo>
                  <a:cubicBezTo>
                    <a:pt x="550409" y="1089850"/>
                    <a:pt x="605845" y="1080230"/>
                    <a:pt x="658423" y="1063085"/>
                  </a:cubicBezTo>
                  <a:lnTo>
                    <a:pt x="747672" y="1255395"/>
                  </a:lnTo>
                  <a:cubicBezTo>
                    <a:pt x="747863" y="1256824"/>
                    <a:pt x="748148" y="1258348"/>
                    <a:pt x="748720" y="1259777"/>
                  </a:cubicBezTo>
                  <a:lnTo>
                    <a:pt x="793488" y="1367695"/>
                  </a:lnTo>
                  <a:cubicBezTo>
                    <a:pt x="796345" y="1374457"/>
                    <a:pt x="802917" y="1378553"/>
                    <a:pt x="809775" y="1378553"/>
                  </a:cubicBezTo>
                  <a:cubicBezTo>
                    <a:pt x="811966" y="1378553"/>
                    <a:pt x="814252" y="1378077"/>
                    <a:pt x="816443" y="1377315"/>
                  </a:cubicBezTo>
                  <a:cubicBezTo>
                    <a:pt x="825491" y="1373600"/>
                    <a:pt x="829682" y="1363408"/>
                    <a:pt x="826063" y="1354455"/>
                  </a:cubicBezTo>
                  <a:lnTo>
                    <a:pt x="787201" y="1260824"/>
                  </a:lnTo>
                  <a:cubicBezTo>
                    <a:pt x="871307" y="1212723"/>
                    <a:pt x="906168" y="1107091"/>
                    <a:pt x="864734" y="1017651"/>
                  </a:cubicBezTo>
                  <a:lnTo>
                    <a:pt x="840160" y="964787"/>
                  </a:lnTo>
                  <a:cubicBezTo>
                    <a:pt x="881784" y="931259"/>
                    <a:pt x="918932" y="891635"/>
                    <a:pt x="949983" y="846677"/>
                  </a:cubicBezTo>
                  <a:cubicBezTo>
                    <a:pt x="955603" y="838676"/>
                    <a:pt x="953698" y="827627"/>
                    <a:pt x="945697" y="822198"/>
                  </a:cubicBezTo>
                  <a:close/>
                  <a:moveTo>
                    <a:pt x="404296" y="103442"/>
                  </a:moveTo>
                  <a:cubicBezTo>
                    <a:pt x="404296" y="65722"/>
                    <a:pt x="434966" y="35147"/>
                    <a:pt x="472590" y="35147"/>
                  </a:cubicBezTo>
                  <a:cubicBezTo>
                    <a:pt x="510309" y="35147"/>
                    <a:pt x="540884" y="65818"/>
                    <a:pt x="540884" y="103442"/>
                  </a:cubicBezTo>
                  <a:cubicBezTo>
                    <a:pt x="540884" y="140398"/>
                    <a:pt x="511357" y="170497"/>
                    <a:pt x="474781" y="171641"/>
                  </a:cubicBezTo>
                  <a:cubicBezTo>
                    <a:pt x="474019" y="171545"/>
                    <a:pt x="473352" y="171450"/>
                    <a:pt x="472590" y="171450"/>
                  </a:cubicBezTo>
                  <a:cubicBezTo>
                    <a:pt x="471828" y="171450"/>
                    <a:pt x="471161" y="171545"/>
                    <a:pt x="470399" y="171641"/>
                  </a:cubicBezTo>
                  <a:cubicBezTo>
                    <a:pt x="433728" y="170497"/>
                    <a:pt x="404296" y="140398"/>
                    <a:pt x="404296" y="103442"/>
                  </a:cubicBezTo>
                  <a:close/>
                  <a:moveTo>
                    <a:pt x="353337" y="574834"/>
                  </a:moveTo>
                  <a:cubicBezTo>
                    <a:pt x="348289" y="563975"/>
                    <a:pt x="344765" y="552450"/>
                    <a:pt x="342955" y="540258"/>
                  </a:cubicBezTo>
                  <a:cubicBezTo>
                    <a:pt x="341907" y="533876"/>
                    <a:pt x="341431" y="527209"/>
                    <a:pt x="341431" y="520541"/>
                  </a:cubicBezTo>
                  <a:cubicBezTo>
                    <a:pt x="341431" y="448246"/>
                    <a:pt x="400200" y="389287"/>
                    <a:pt x="472590" y="389287"/>
                  </a:cubicBezTo>
                  <a:cubicBezTo>
                    <a:pt x="544980" y="389287"/>
                    <a:pt x="603845" y="448246"/>
                    <a:pt x="603845" y="520541"/>
                  </a:cubicBezTo>
                  <a:cubicBezTo>
                    <a:pt x="603845" y="526828"/>
                    <a:pt x="603368" y="533019"/>
                    <a:pt x="602511" y="539115"/>
                  </a:cubicBezTo>
                  <a:cubicBezTo>
                    <a:pt x="600797" y="551307"/>
                    <a:pt x="597368" y="562927"/>
                    <a:pt x="592415" y="573786"/>
                  </a:cubicBezTo>
                  <a:cubicBezTo>
                    <a:pt x="576222" y="610267"/>
                    <a:pt x="543837" y="637984"/>
                    <a:pt x="504404" y="647795"/>
                  </a:cubicBezTo>
                  <a:cubicBezTo>
                    <a:pt x="496498" y="649891"/>
                    <a:pt x="488306" y="651129"/>
                    <a:pt x="479924" y="651605"/>
                  </a:cubicBezTo>
                  <a:cubicBezTo>
                    <a:pt x="477448" y="651701"/>
                    <a:pt x="475067" y="651796"/>
                    <a:pt x="472590" y="651796"/>
                  </a:cubicBezTo>
                  <a:cubicBezTo>
                    <a:pt x="470876" y="651796"/>
                    <a:pt x="469256" y="651796"/>
                    <a:pt x="467542" y="651701"/>
                  </a:cubicBezTo>
                  <a:cubicBezTo>
                    <a:pt x="459160" y="651415"/>
                    <a:pt x="450873" y="650272"/>
                    <a:pt x="442967" y="648367"/>
                  </a:cubicBezTo>
                  <a:cubicBezTo>
                    <a:pt x="402963" y="639127"/>
                    <a:pt x="369911" y="611410"/>
                    <a:pt x="353337" y="574834"/>
                  </a:cubicBezTo>
                  <a:close/>
                  <a:moveTo>
                    <a:pt x="493736" y="1056323"/>
                  </a:moveTo>
                  <a:lnTo>
                    <a:pt x="493736" y="1000506"/>
                  </a:lnTo>
                  <a:cubicBezTo>
                    <a:pt x="493736" y="990790"/>
                    <a:pt x="486116" y="983075"/>
                    <a:pt x="476591" y="983075"/>
                  </a:cubicBezTo>
                  <a:cubicBezTo>
                    <a:pt x="467066" y="983075"/>
                    <a:pt x="459446" y="990886"/>
                    <a:pt x="459446" y="1000506"/>
                  </a:cubicBezTo>
                  <a:lnTo>
                    <a:pt x="459446" y="1056227"/>
                  </a:lnTo>
                  <a:cubicBezTo>
                    <a:pt x="406106" y="1054322"/>
                    <a:pt x="354194" y="1044797"/>
                    <a:pt x="305141" y="1028129"/>
                  </a:cubicBezTo>
                  <a:lnTo>
                    <a:pt x="463637" y="686752"/>
                  </a:lnTo>
                  <a:cubicBezTo>
                    <a:pt x="466589" y="686848"/>
                    <a:pt x="469638" y="686943"/>
                    <a:pt x="472590" y="686943"/>
                  </a:cubicBezTo>
                  <a:cubicBezTo>
                    <a:pt x="476305" y="686943"/>
                    <a:pt x="480020" y="686848"/>
                    <a:pt x="483734" y="686562"/>
                  </a:cubicBezTo>
                  <a:lnTo>
                    <a:pt x="643755" y="1031272"/>
                  </a:lnTo>
                  <a:cubicBezTo>
                    <a:pt x="595748" y="1046416"/>
                    <a:pt x="545361" y="1054989"/>
                    <a:pt x="493736" y="105632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" name="Google Shape;249;p35"/>
            <p:cNvSpPr/>
            <p:nvPr/>
          </p:nvSpPr>
          <p:spPr>
            <a:xfrm>
              <a:off x="7034783" y="3243642"/>
              <a:ext cx="58292" cy="58293"/>
            </a:xfrm>
            <a:custGeom>
              <a:avLst/>
              <a:gdLst/>
              <a:ahLst/>
              <a:cxnLst/>
              <a:rect l="l" t="t" r="r" b="b"/>
              <a:pathLst>
                <a:path w="58292" h="58293" extrusionOk="0">
                  <a:moveTo>
                    <a:pt x="58293" y="29147"/>
                  </a:moveTo>
                  <a:cubicBezTo>
                    <a:pt x="58293" y="13049"/>
                    <a:pt x="45244" y="0"/>
                    <a:pt x="29146" y="0"/>
                  </a:cubicBezTo>
                  <a:cubicBezTo>
                    <a:pt x="13049" y="0"/>
                    <a:pt x="0" y="13049"/>
                    <a:pt x="0" y="29147"/>
                  </a:cubicBezTo>
                  <a:cubicBezTo>
                    <a:pt x="0" y="45244"/>
                    <a:pt x="13049" y="58293"/>
                    <a:pt x="29146" y="58293"/>
                  </a:cubicBezTo>
                  <a:cubicBezTo>
                    <a:pt x="45148" y="58293"/>
                    <a:pt x="58293" y="45244"/>
                    <a:pt x="58293" y="29147"/>
                  </a:cubicBezTo>
                  <a:close/>
                  <a:moveTo>
                    <a:pt x="23051" y="29147"/>
                  </a:moveTo>
                  <a:cubicBezTo>
                    <a:pt x="23051" y="25718"/>
                    <a:pt x="25718" y="23051"/>
                    <a:pt x="29146" y="23051"/>
                  </a:cubicBezTo>
                  <a:cubicBezTo>
                    <a:pt x="32480" y="23051"/>
                    <a:pt x="35243" y="25718"/>
                    <a:pt x="35243" y="29147"/>
                  </a:cubicBezTo>
                  <a:cubicBezTo>
                    <a:pt x="35243" y="32576"/>
                    <a:pt x="32576" y="35243"/>
                    <a:pt x="29146" y="35243"/>
                  </a:cubicBezTo>
                  <a:cubicBezTo>
                    <a:pt x="25718" y="35243"/>
                    <a:pt x="23051" y="32576"/>
                    <a:pt x="23051" y="2914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6"/>
          <p:cNvSpPr txBox="1">
            <a:spLocks noGrp="1"/>
          </p:cNvSpPr>
          <p:nvPr>
            <p:ph type="title"/>
          </p:nvPr>
        </p:nvSpPr>
        <p:spPr>
          <a:xfrm>
            <a:off x="1012050" y="771488"/>
            <a:ext cx="5943300" cy="67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Variables </a:t>
            </a:r>
            <a:endParaRPr/>
          </a:p>
        </p:txBody>
      </p:sp>
      <p:sp>
        <p:nvSpPr>
          <p:cNvPr id="255" name="Google Shape;255;p36"/>
          <p:cNvSpPr txBox="1">
            <a:spLocks noGrp="1"/>
          </p:cNvSpPr>
          <p:nvPr>
            <p:ph type="body" idx="2"/>
          </p:nvPr>
        </p:nvSpPr>
        <p:spPr>
          <a:xfrm>
            <a:off x="637975" y="936243"/>
            <a:ext cx="2513100" cy="393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/>
          </a:p>
          <a:p>
            <a:pPr marL="457200" lvl="0" indent="-2921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000"/>
              <a:buChar char="●"/>
            </a:pPr>
            <a:r>
              <a:rPr lang="en" sz="1000" b="1"/>
              <a:t>Benefits_per_person </a:t>
            </a:r>
            <a:r>
              <a:rPr lang="en" sz="1000"/>
              <a:t>– May 2025 SNAP benefits divided by participants  </a:t>
            </a:r>
            <a:endParaRPr sz="1000"/>
          </a:p>
          <a:p>
            <a:pPr marL="457200" lvl="0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 b="1"/>
              <a:t>Participants_per_1000</a:t>
            </a:r>
            <a:r>
              <a:rPr lang="en" sz="1000"/>
              <a:t> – SNAP participants per 1,000 residents  </a:t>
            </a:r>
            <a:endParaRPr sz="1000"/>
          </a:p>
          <a:p>
            <a:pPr marL="457200" lvl="0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 b="1"/>
              <a:t>Grocery_cost_index –</a:t>
            </a:r>
            <a:r>
              <a:rPr lang="en" sz="1000"/>
              <a:t> 2023 food-at-home RPP value for each state  </a:t>
            </a:r>
            <a:endParaRPr sz="1000"/>
          </a:p>
          <a:p>
            <a:pPr marL="457200" lvl="0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 b="1"/>
              <a:t>Poverty_rate </a:t>
            </a:r>
            <a:r>
              <a:rPr lang="en" sz="1000"/>
              <a:t>– ACS poverty share (proportion)  </a:t>
            </a:r>
            <a:endParaRPr sz="1000"/>
          </a:p>
          <a:p>
            <a:pPr marL="457200" lvl="0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 b="1"/>
              <a:t>Median_household_income  </a:t>
            </a:r>
            <a:r>
              <a:rPr lang="en" sz="1000"/>
              <a:t>– ACS median household income (USD)  </a:t>
            </a:r>
            <a:endParaRPr sz="1000"/>
          </a:p>
          <a:p>
            <a:pPr marL="457200" lvl="0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 b="1"/>
              <a:t>Race shares</a:t>
            </a:r>
            <a:r>
              <a:rPr lang="en" sz="1000"/>
              <a:t> – white_pct, black_pct, native_pct, asian_pct,   pacific_pct, two_plus_pct </a:t>
            </a:r>
            <a:endParaRPr sz="1000"/>
          </a:p>
          <a:p>
            <a:pPr marL="457200" lvl="0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 b="1"/>
              <a:t>Policy and geography  </a:t>
            </a:r>
            <a:r>
              <a:rPr lang="en" sz="1000"/>
              <a:t>– min_wage_tier, trifecta_2024, rural_urban_category, usda_snap_region</a:t>
            </a:r>
            <a:endParaRPr sz="1000"/>
          </a:p>
        </p:txBody>
      </p:sp>
      <p:sp>
        <p:nvSpPr>
          <p:cNvPr id="256" name="Google Shape;256;p36"/>
          <p:cNvSpPr/>
          <p:nvPr/>
        </p:nvSpPr>
        <p:spPr>
          <a:xfrm>
            <a:off x="399035" y="397627"/>
            <a:ext cx="538627" cy="538627"/>
          </a:xfrm>
          <a:custGeom>
            <a:avLst/>
            <a:gdLst/>
            <a:ahLst/>
            <a:cxnLst/>
            <a:rect l="l" t="t" r="r" b="b"/>
            <a:pathLst>
              <a:path w="1152144" h="1152143" extrusionOk="0">
                <a:moveTo>
                  <a:pt x="1120426" y="823150"/>
                </a:moveTo>
                <a:lnTo>
                  <a:pt x="852107" y="554831"/>
                </a:lnTo>
                <a:lnTo>
                  <a:pt x="1019080" y="387858"/>
                </a:lnTo>
                <a:cubicBezTo>
                  <a:pt x="1019937" y="387191"/>
                  <a:pt x="1020890" y="386429"/>
                  <a:pt x="1021651" y="385667"/>
                </a:cubicBezTo>
                <a:lnTo>
                  <a:pt x="1088708" y="318325"/>
                </a:lnTo>
                <a:cubicBezTo>
                  <a:pt x="1121664" y="285274"/>
                  <a:pt x="1121664" y="231553"/>
                  <a:pt x="1088708" y="198501"/>
                </a:cubicBezTo>
                <a:lnTo>
                  <a:pt x="983933" y="93345"/>
                </a:lnTo>
                <a:cubicBezTo>
                  <a:pt x="951071" y="60293"/>
                  <a:pt x="897541" y="60293"/>
                  <a:pt x="864584" y="93345"/>
                </a:cubicBezTo>
                <a:lnTo>
                  <a:pt x="806482" y="151638"/>
                </a:lnTo>
                <a:cubicBezTo>
                  <a:pt x="804958" y="152495"/>
                  <a:pt x="803434" y="153638"/>
                  <a:pt x="802100" y="154972"/>
                </a:cubicBezTo>
                <a:lnTo>
                  <a:pt x="627126" y="329946"/>
                </a:lnTo>
                <a:lnTo>
                  <a:pt x="605885" y="308705"/>
                </a:lnTo>
                <a:lnTo>
                  <a:pt x="328898" y="31718"/>
                </a:lnTo>
                <a:cubicBezTo>
                  <a:pt x="308420" y="11239"/>
                  <a:pt x="281178" y="0"/>
                  <a:pt x="252032" y="0"/>
                </a:cubicBezTo>
                <a:cubicBezTo>
                  <a:pt x="222885" y="0"/>
                  <a:pt x="195644" y="11239"/>
                  <a:pt x="175165" y="31718"/>
                </a:cubicBezTo>
                <a:lnTo>
                  <a:pt x="31718" y="175070"/>
                </a:lnTo>
                <a:cubicBezTo>
                  <a:pt x="11240" y="195548"/>
                  <a:pt x="0" y="222885"/>
                  <a:pt x="0" y="252031"/>
                </a:cubicBezTo>
                <a:cubicBezTo>
                  <a:pt x="0" y="281178"/>
                  <a:pt x="11240" y="308420"/>
                  <a:pt x="31718" y="328898"/>
                </a:cubicBezTo>
                <a:lnTo>
                  <a:pt x="329946" y="627126"/>
                </a:lnTo>
                <a:lnTo>
                  <a:pt x="322612" y="634460"/>
                </a:lnTo>
                <a:lnTo>
                  <a:pt x="216884" y="740188"/>
                </a:lnTo>
                <a:cubicBezTo>
                  <a:pt x="215837" y="741140"/>
                  <a:pt x="214979" y="742283"/>
                  <a:pt x="214217" y="743331"/>
                </a:cubicBezTo>
                <a:cubicBezTo>
                  <a:pt x="214122" y="743426"/>
                  <a:pt x="214122" y="743522"/>
                  <a:pt x="214122" y="743522"/>
                </a:cubicBezTo>
                <a:cubicBezTo>
                  <a:pt x="210788" y="745807"/>
                  <a:pt x="208121" y="749046"/>
                  <a:pt x="206502" y="752856"/>
                </a:cubicBezTo>
                <a:lnTo>
                  <a:pt x="124206" y="950500"/>
                </a:lnTo>
                <a:cubicBezTo>
                  <a:pt x="123825" y="951357"/>
                  <a:pt x="123539" y="952309"/>
                  <a:pt x="123254" y="953167"/>
                </a:cubicBezTo>
                <a:lnTo>
                  <a:pt x="68199" y="1085564"/>
                </a:lnTo>
                <a:cubicBezTo>
                  <a:pt x="64675" y="1093661"/>
                  <a:pt x="66580" y="1102995"/>
                  <a:pt x="72771" y="1109186"/>
                </a:cubicBezTo>
                <a:cubicBezTo>
                  <a:pt x="76962" y="1113377"/>
                  <a:pt x="82487" y="1115568"/>
                  <a:pt x="88106" y="1115568"/>
                </a:cubicBezTo>
                <a:cubicBezTo>
                  <a:pt x="90964" y="1115568"/>
                  <a:pt x="93821" y="1114901"/>
                  <a:pt x="96107" y="1113473"/>
                </a:cubicBezTo>
                <a:lnTo>
                  <a:pt x="226790" y="1059275"/>
                </a:lnTo>
                <a:cubicBezTo>
                  <a:pt x="228410" y="1058989"/>
                  <a:pt x="229934" y="1058513"/>
                  <a:pt x="231458" y="1057751"/>
                </a:cubicBezTo>
                <a:lnTo>
                  <a:pt x="429101" y="975455"/>
                </a:lnTo>
                <a:cubicBezTo>
                  <a:pt x="433102" y="973836"/>
                  <a:pt x="436340" y="971169"/>
                  <a:pt x="438626" y="967740"/>
                </a:cubicBezTo>
                <a:cubicBezTo>
                  <a:pt x="439769" y="966978"/>
                  <a:pt x="440817" y="966121"/>
                  <a:pt x="441770" y="965168"/>
                </a:cubicBezTo>
                <a:lnTo>
                  <a:pt x="547592" y="859441"/>
                </a:lnTo>
                <a:lnTo>
                  <a:pt x="554927" y="852106"/>
                </a:lnTo>
                <a:lnTo>
                  <a:pt x="823151" y="1120331"/>
                </a:lnTo>
                <a:cubicBezTo>
                  <a:pt x="843629" y="1140809"/>
                  <a:pt x="870966" y="1152144"/>
                  <a:pt x="900113" y="1152144"/>
                </a:cubicBezTo>
                <a:cubicBezTo>
                  <a:pt x="929259" y="1152144"/>
                  <a:pt x="956501" y="1140809"/>
                  <a:pt x="976979" y="1120331"/>
                </a:cubicBezTo>
                <a:lnTo>
                  <a:pt x="1120426" y="976979"/>
                </a:lnTo>
                <a:cubicBezTo>
                  <a:pt x="1140905" y="956500"/>
                  <a:pt x="1152144" y="929164"/>
                  <a:pt x="1152144" y="900017"/>
                </a:cubicBezTo>
                <a:cubicBezTo>
                  <a:pt x="1152144" y="870871"/>
                  <a:pt x="1140905" y="843629"/>
                  <a:pt x="1120426" y="823150"/>
                </a:cubicBezTo>
                <a:close/>
                <a:moveTo>
                  <a:pt x="821531" y="524256"/>
                </a:moveTo>
                <a:lnTo>
                  <a:pt x="800291" y="503015"/>
                </a:lnTo>
                <a:lnTo>
                  <a:pt x="752951" y="455676"/>
                </a:lnTo>
                <a:lnTo>
                  <a:pt x="752951" y="455581"/>
                </a:lnTo>
                <a:lnTo>
                  <a:pt x="735425" y="438150"/>
                </a:lnTo>
                <a:lnTo>
                  <a:pt x="657892" y="360521"/>
                </a:lnTo>
                <a:lnTo>
                  <a:pt x="812387" y="206026"/>
                </a:lnTo>
                <a:lnTo>
                  <a:pt x="812387" y="206026"/>
                </a:lnTo>
                <a:lnTo>
                  <a:pt x="904494" y="298513"/>
                </a:lnTo>
                <a:lnTo>
                  <a:pt x="780479" y="422529"/>
                </a:lnTo>
                <a:cubicBezTo>
                  <a:pt x="772001" y="430911"/>
                  <a:pt x="772001" y="444627"/>
                  <a:pt x="780479" y="453104"/>
                </a:cubicBezTo>
                <a:cubicBezTo>
                  <a:pt x="784669" y="457295"/>
                  <a:pt x="790289" y="459486"/>
                  <a:pt x="795814" y="459486"/>
                </a:cubicBezTo>
                <a:cubicBezTo>
                  <a:pt x="801434" y="459486"/>
                  <a:pt x="806958" y="457295"/>
                  <a:pt x="811149" y="453104"/>
                </a:cubicBezTo>
                <a:lnTo>
                  <a:pt x="935069" y="329184"/>
                </a:lnTo>
                <a:lnTo>
                  <a:pt x="935069" y="329184"/>
                </a:lnTo>
                <a:lnTo>
                  <a:pt x="975836" y="370046"/>
                </a:lnTo>
                <a:lnTo>
                  <a:pt x="821531" y="524256"/>
                </a:lnTo>
                <a:close/>
                <a:moveTo>
                  <a:pt x="894874" y="124111"/>
                </a:moveTo>
                <a:cubicBezTo>
                  <a:pt x="911066" y="107918"/>
                  <a:pt x="937165" y="107918"/>
                  <a:pt x="953357" y="124111"/>
                </a:cubicBezTo>
                <a:lnTo>
                  <a:pt x="1058132" y="229267"/>
                </a:lnTo>
                <a:cubicBezTo>
                  <a:pt x="1065752" y="237077"/>
                  <a:pt x="1070039" y="247459"/>
                  <a:pt x="1070039" y="258604"/>
                </a:cubicBezTo>
                <a:cubicBezTo>
                  <a:pt x="1070039" y="269653"/>
                  <a:pt x="1065848" y="280035"/>
                  <a:pt x="1058132" y="287846"/>
                </a:cubicBezTo>
                <a:lnTo>
                  <a:pt x="1012031" y="334232"/>
                </a:lnTo>
                <a:lnTo>
                  <a:pt x="848582" y="170783"/>
                </a:lnTo>
                <a:lnTo>
                  <a:pt x="894874" y="124111"/>
                </a:lnTo>
                <a:close/>
                <a:moveTo>
                  <a:pt x="128302" y="1053941"/>
                </a:moveTo>
                <a:lnTo>
                  <a:pt x="151829" y="997172"/>
                </a:lnTo>
                <a:lnTo>
                  <a:pt x="185071" y="1030414"/>
                </a:lnTo>
                <a:lnTo>
                  <a:pt x="128302" y="1053941"/>
                </a:lnTo>
                <a:close/>
                <a:moveTo>
                  <a:pt x="228410" y="1012222"/>
                </a:moveTo>
                <a:lnTo>
                  <a:pt x="169736" y="953643"/>
                </a:lnTo>
                <a:lnTo>
                  <a:pt x="233934" y="799433"/>
                </a:lnTo>
                <a:lnTo>
                  <a:pt x="382619" y="948023"/>
                </a:lnTo>
                <a:lnTo>
                  <a:pt x="228410" y="1012222"/>
                </a:lnTo>
                <a:close/>
                <a:moveTo>
                  <a:pt x="426530" y="919258"/>
                </a:moveTo>
                <a:lnTo>
                  <a:pt x="262795" y="755523"/>
                </a:lnTo>
                <a:lnTo>
                  <a:pt x="353282" y="665131"/>
                </a:lnTo>
                <a:lnTo>
                  <a:pt x="360617" y="657797"/>
                </a:lnTo>
                <a:lnTo>
                  <a:pt x="503015" y="800195"/>
                </a:lnTo>
                <a:lnTo>
                  <a:pt x="524256" y="821436"/>
                </a:lnTo>
                <a:lnTo>
                  <a:pt x="516922" y="828770"/>
                </a:lnTo>
                <a:lnTo>
                  <a:pt x="426530" y="919258"/>
                </a:lnTo>
                <a:close/>
                <a:moveTo>
                  <a:pt x="1089755" y="946213"/>
                </a:moveTo>
                <a:lnTo>
                  <a:pt x="946404" y="1089660"/>
                </a:lnTo>
                <a:cubicBezTo>
                  <a:pt x="934117" y="1101852"/>
                  <a:pt x="917639" y="1108710"/>
                  <a:pt x="900113" y="1108710"/>
                </a:cubicBezTo>
                <a:cubicBezTo>
                  <a:pt x="882491" y="1108710"/>
                  <a:pt x="866013" y="1101852"/>
                  <a:pt x="853726" y="1089660"/>
                </a:cubicBezTo>
                <a:lnTo>
                  <a:pt x="564261" y="800195"/>
                </a:lnTo>
                <a:lnTo>
                  <a:pt x="533686" y="769620"/>
                </a:lnTo>
                <a:lnTo>
                  <a:pt x="369951" y="605885"/>
                </a:lnTo>
                <a:lnTo>
                  <a:pt x="339376" y="575215"/>
                </a:lnTo>
                <a:lnTo>
                  <a:pt x="62294" y="298132"/>
                </a:lnTo>
                <a:cubicBezTo>
                  <a:pt x="50006" y="285940"/>
                  <a:pt x="43244" y="269462"/>
                  <a:pt x="43244" y="251841"/>
                </a:cubicBezTo>
                <a:cubicBezTo>
                  <a:pt x="43244" y="234220"/>
                  <a:pt x="50006" y="217837"/>
                  <a:pt x="62294" y="205549"/>
                </a:cubicBezTo>
                <a:lnTo>
                  <a:pt x="205740" y="62103"/>
                </a:lnTo>
                <a:cubicBezTo>
                  <a:pt x="217932" y="49911"/>
                  <a:pt x="234410" y="43053"/>
                  <a:pt x="252032" y="43053"/>
                </a:cubicBezTo>
                <a:cubicBezTo>
                  <a:pt x="269653" y="43053"/>
                  <a:pt x="286036" y="49911"/>
                  <a:pt x="298323" y="62103"/>
                </a:cubicBezTo>
                <a:lnTo>
                  <a:pt x="304610" y="68389"/>
                </a:lnTo>
                <a:lnTo>
                  <a:pt x="326041" y="89821"/>
                </a:lnTo>
                <a:cubicBezTo>
                  <a:pt x="325088" y="90488"/>
                  <a:pt x="324231" y="91154"/>
                  <a:pt x="323374" y="92012"/>
                </a:cubicBezTo>
                <a:lnTo>
                  <a:pt x="279654" y="135731"/>
                </a:lnTo>
                <a:cubicBezTo>
                  <a:pt x="271177" y="144113"/>
                  <a:pt x="271177" y="157734"/>
                  <a:pt x="279654" y="166211"/>
                </a:cubicBezTo>
                <a:cubicBezTo>
                  <a:pt x="283845" y="170402"/>
                  <a:pt x="289465" y="172498"/>
                  <a:pt x="294894" y="172498"/>
                </a:cubicBezTo>
                <a:cubicBezTo>
                  <a:pt x="300514" y="172498"/>
                  <a:pt x="305943" y="170307"/>
                  <a:pt x="310134" y="166211"/>
                </a:cubicBezTo>
                <a:lnTo>
                  <a:pt x="353854" y="122491"/>
                </a:lnTo>
                <a:cubicBezTo>
                  <a:pt x="354711" y="121634"/>
                  <a:pt x="355378" y="120777"/>
                  <a:pt x="356045" y="119824"/>
                </a:cubicBezTo>
                <a:lnTo>
                  <a:pt x="397478" y="161258"/>
                </a:lnTo>
                <a:lnTo>
                  <a:pt x="418910" y="182689"/>
                </a:lnTo>
                <a:cubicBezTo>
                  <a:pt x="418243" y="183261"/>
                  <a:pt x="417481" y="183737"/>
                  <a:pt x="416814" y="184309"/>
                </a:cubicBezTo>
                <a:lnTo>
                  <a:pt x="329946" y="268986"/>
                </a:lnTo>
                <a:cubicBezTo>
                  <a:pt x="321374" y="277368"/>
                  <a:pt x="321278" y="291084"/>
                  <a:pt x="329660" y="299656"/>
                </a:cubicBezTo>
                <a:cubicBezTo>
                  <a:pt x="333851" y="304038"/>
                  <a:pt x="339471" y="306133"/>
                  <a:pt x="345186" y="306133"/>
                </a:cubicBezTo>
                <a:cubicBezTo>
                  <a:pt x="350711" y="306133"/>
                  <a:pt x="356235" y="304133"/>
                  <a:pt x="360426" y="299942"/>
                </a:cubicBezTo>
                <a:lnTo>
                  <a:pt x="447294" y="215265"/>
                </a:lnTo>
                <a:cubicBezTo>
                  <a:pt x="448056" y="214598"/>
                  <a:pt x="448532" y="213741"/>
                  <a:pt x="449199" y="212979"/>
                </a:cubicBezTo>
                <a:lnTo>
                  <a:pt x="489585" y="253365"/>
                </a:lnTo>
                <a:lnTo>
                  <a:pt x="511112" y="274891"/>
                </a:lnTo>
                <a:cubicBezTo>
                  <a:pt x="510159" y="275558"/>
                  <a:pt x="509302" y="276225"/>
                  <a:pt x="508445" y="277082"/>
                </a:cubicBezTo>
                <a:lnTo>
                  <a:pt x="464725" y="320802"/>
                </a:lnTo>
                <a:cubicBezTo>
                  <a:pt x="456248" y="329184"/>
                  <a:pt x="456248" y="342805"/>
                  <a:pt x="464725" y="351282"/>
                </a:cubicBezTo>
                <a:cubicBezTo>
                  <a:pt x="468916" y="355473"/>
                  <a:pt x="474536" y="357568"/>
                  <a:pt x="479965" y="357568"/>
                </a:cubicBezTo>
                <a:cubicBezTo>
                  <a:pt x="485394" y="357568"/>
                  <a:pt x="490919" y="355378"/>
                  <a:pt x="495205" y="351282"/>
                </a:cubicBezTo>
                <a:lnTo>
                  <a:pt x="538925" y="307562"/>
                </a:lnTo>
                <a:cubicBezTo>
                  <a:pt x="539782" y="306705"/>
                  <a:pt x="540449" y="305848"/>
                  <a:pt x="541115" y="304895"/>
                </a:cubicBezTo>
                <a:lnTo>
                  <a:pt x="575310" y="338995"/>
                </a:lnTo>
                <a:lnTo>
                  <a:pt x="582644" y="346329"/>
                </a:lnTo>
                <a:lnTo>
                  <a:pt x="604076" y="367855"/>
                </a:lnTo>
                <a:cubicBezTo>
                  <a:pt x="603409" y="368332"/>
                  <a:pt x="602647" y="368808"/>
                  <a:pt x="602075" y="369475"/>
                </a:cubicBezTo>
                <a:lnTo>
                  <a:pt x="596551" y="374904"/>
                </a:lnTo>
                <a:lnTo>
                  <a:pt x="515207" y="454152"/>
                </a:lnTo>
                <a:cubicBezTo>
                  <a:pt x="506635" y="462534"/>
                  <a:pt x="506540" y="476250"/>
                  <a:pt x="514921" y="484727"/>
                </a:cubicBezTo>
                <a:cubicBezTo>
                  <a:pt x="518255" y="488251"/>
                  <a:pt x="522637" y="490252"/>
                  <a:pt x="527114" y="490918"/>
                </a:cubicBezTo>
                <a:cubicBezTo>
                  <a:pt x="528161" y="491109"/>
                  <a:pt x="529304" y="491204"/>
                  <a:pt x="530447" y="491204"/>
                </a:cubicBezTo>
                <a:cubicBezTo>
                  <a:pt x="535972" y="491204"/>
                  <a:pt x="541306" y="489109"/>
                  <a:pt x="545687" y="485013"/>
                </a:cubicBezTo>
                <a:lnTo>
                  <a:pt x="627126" y="405574"/>
                </a:lnTo>
                <a:lnTo>
                  <a:pt x="632460" y="400336"/>
                </a:lnTo>
                <a:cubicBezTo>
                  <a:pt x="633222" y="399669"/>
                  <a:pt x="633698" y="398812"/>
                  <a:pt x="634270" y="398050"/>
                </a:cubicBezTo>
                <a:lnTo>
                  <a:pt x="696277" y="460057"/>
                </a:lnTo>
                <a:cubicBezTo>
                  <a:pt x="695420" y="460724"/>
                  <a:pt x="694468" y="461391"/>
                  <a:pt x="693706" y="462153"/>
                </a:cubicBezTo>
                <a:lnTo>
                  <a:pt x="649986" y="505873"/>
                </a:lnTo>
                <a:cubicBezTo>
                  <a:pt x="641509" y="514255"/>
                  <a:pt x="641509" y="527875"/>
                  <a:pt x="649986" y="536353"/>
                </a:cubicBezTo>
                <a:cubicBezTo>
                  <a:pt x="654177" y="540544"/>
                  <a:pt x="659797" y="542639"/>
                  <a:pt x="665226" y="542639"/>
                </a:cubicBezTo>
                <a:cubicBezTo>
                  <a:pt x="670655" y="542639"/>
                  <a:pt x="676275" y="540448"/>
                  <a:pt x="680466" y="536353"/>
                </a:cubicBezTo>
                <a:lnTo>
                  <a:pt x="724186" y="492633"/>
                </a:lnTo>
                <a:cubicBezTo>
                  <a:pt x="725043" y="491871"/>
                  <a:pt x="725710" y="490918"/>
                  <a:pt x="726376" y="490061"/>
                </a:cubicBezTo>
                <a:lnTo>
                  <a:pt x="728377" y="492062"/>
                </a:lnTo>
                <a:lnTo>
                  <a:pt x="767429" y="531114"/>
                </a:lnTo>
                <a:lnTo>
                  <a:pt x="769715" y="533305"/>
                </a:lnTo>
                <a:lnTo>
                  <a:pt x="789051" y="552736"/>
                </a:lnTo>
                <a:cubicBezTo>
                  <a:pt x="788194" y="553403"/>
                  <a:pt x="787241" y="553879"/>
                  <a:pt x="786479" y="554641"/>
                </a:cubicBezTo>
                <a:lnTo>
                  <a:pt x="781336" y="559689"/>
                </a:lnTo>
                <a:lnTo>
                  <a:pt x="700373" y="639223"/>
                </a:lnTo>
                <a:cubicBezTo>
                  <a:pt x="696944" y="642652"/>
                  <a:pt x="694849" y="646938"/>
                  <a:pt x="694182" y="651415"/>
                </a:cubicBezTo>
                <a:cubicBezTo>
                  <a:pt x="693230" y="657892"/>
                  <a:pt x="695134" y="664845"/>
                  <a:pt x="700088" y="669893"/>
                </a:cubicBezTo>
                <a:cubicBezTo>
                  <a:pt x="704279" y="674275"/>
                  <a:pt x="709898" y="676465"/>
                  <a:pt x="715518" y="676465"/>
                </a:cubicBezTo>
                <a:cubicBezTo>
                  <a:pt x="720947" y="676465"/>
                  <a:pt x="726472" y="674370"/>
                  <a:pt x="730568" y="670179"/>
                </a:cubicBezTo>
                <a:lnTo>
                  <a:pt x="811911" y="590264"/>
                </a:lnTo>
                <a:lnTo>
                  <a:pt x="816674" y="585597"/>
                </a:lnTo>
                <a:cubicBezTo>
                  <a:pt x="817531" y="584740"/>
                  <a:pt x="818293" y="583692"/>
                  <a:pt x="819055" y="582739"/>
                </a:cubicBezTo>
                <a:lnTo>
                  <a:pt x="859536" y="623221"/>
                </a:lnTo>
                <a:lnTo>
                  <a:pt x="880967" y="644652"/>
                </a:lnTo>
                <a:cubicBezTo>
                  <a:pt x="880301" y="645223"/>
                  <a:pt x="879539" y="645700"/>
                  <a:pt x="878967" y="646366"/>
                </a:cubicBezTo>
                <a:lnTo>
                  <a:pt x="835247" y="690658"/>
                </a:lnTo>
                <a:cubicBezTo>
                  <a:pt x="826770" y="699135"/>
                  <a:pt x="826770" y="712946"/>
                  <a:pt x="835247" y="721519"/>
                </a:cubicBezTo>
                <a:cubicBezTo>
                  <a:pt x="839438" y="725710"/>
                  <a:pt x="845058" y="727900"/>
                  <a:pt x="850487" y="727900"/>
                </a:cubicBezTo>
                <a:cubicBezTo>
                  <a:pt x="856107" y="727900"/>
                  <a:pt x="861536" y="725710"/>
                  <a:pt x="865727" y="721519"/>
                </a:cubicBezTo>
                <a:lnTo>
                  <a:pt x="909447" y="677228"/>
                </a:lnTo>
                <a:cubicBezTo>
                  <a:pt x="910114" y="676561"/>
                  <a:pt x="910685" y="675704"/>
                  <a:pt x="911257" y="674941"/>
                </a:cubicBezTo>
                <a:lnTo>
                  <a:pt x="974122" y="737806"/>
                </a:lnTo>
                <a:cubicBezTo>
                  <a:pt x="973265" y="738378"/>
                  <a:pt x="972407" y="739045"/>
                  <a:pt x="971741" y="739712"/>
                </a:cubicBezTo>
                <a:lnTo>
                  <a:pt x="885634" y="823627"/>
                </a:lnTo>
                <a:cubicBezTo>
                  <a:pt x="877157" y="831913"/>
                  <a:pt x="876967" y="845534"/>
                  <a:pt x="885349" y="854012"/>
                </a:cubicBezTo>
                <a:cubicBezTo>
                  <a:pt x="889540" y="858298"/>
                  <a:pt x="895159" y="860488"/>
                  <a:pt x="900684" y="860488"/>
                </a:cubicBezTo>
                <a:cubicBezTo>
                  <a:pt x="906018" y="860488"/>
                  <a:pt x="911447" y="858488"/>
                  <a:pt x="915734" y="854297"/>
                </a:cubicBezTo>
                <a:lnTo>
                  <a:pt x="1001840" y="770382"/>
                </a:lnTo>
                <a:cubicBezTo>
                  <a:pt x="1002697" y="769525"/>
                  <a:pt x="1003364" y="768667"/>
                  <a:pt x="1004030" y="767715"/>
                </a:cubicBezTo>
                <a:lnTo>
                  <a:pt x="1044702" y="808387"/>
                </a:lnTo>
                <a:lnTo>
                  <a:pt x="1066133" y="829818"/>
                </a:lnTo>
                <a:cubicBezTo>
                  <a:pt x="1065467" y="830389"/>
                  <a:pt x="1064705" y="830866"/>
                  <a:pt x="1064133" y="831532"/>
                </a:cubicBezTo>
                <a:lnTo>
                  <a:pt x="1020413" y="875824"/>
                </a:lnTo>
                <a:cubicBezTo>
                  <a:pt x="1011936" y="884301"/>
                  <a:pt x="1011936" y="898112"/>
                  <a:pt x="1020413" y="906685"/>
                </a:cubicBezTo>
                <a:cubicBezTo>
                  <a:pt x="1024604" y="910876"/>
                  <a:pt x="1030224" y="913066"/>
                  <a:pt x="1035653" y="913066"/>
                </a:cubicBezTo>
                <a:cubicBezTo>
                  <a:pt x="1041083" y="913066"/>
                  <a:pt x="1046702" y="911066"/>
                  <a:pt x="1050893" y="906685"/>
                </a:cubicBezTo>
                <a:lnTo>
                  <a:pt x="1094613" y="862393"/>
                </a:lnTo>
                <a:cubicBezTo>
                  <a:pt x="1095089" y="861917"/>
                  <a:pt x="1095566" y="861250"/>
                  <a:pt x="1095947" y="860679"/>
                </a:cubicBezTo>
                <a:cubicBezTo>
                  <a:pt x="1104233" y="871823"/>
                  <a:pt x="1108805" y="885349"/>
                  <a:pt x="1108805" y="899731"/>
                </a:cubicBezTo>
                <a:cubicBezTo>
                  <a:pt x="1108805" y="917543"/>
                  <a:pt x="1102043" y="933926"/>
                  <a:pt x="1089755" y="946213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7" name="Google Shape;257;p36" title="Screenshot 2025-12-08 at 1.36.27 AM.png"/>
          <p:cNvPicPr preferRelativeResize="0"/>
          <p:nvPr/>
        </p:nvPicPr>
        <p:blipFill rotWithShape="1">
          <a:blip r:embed="rId3">
            <a:alphaModFix/>
          </a:blip>
          <a:srcRect t="-650" b="650"/>
          <a:stretch/>
        </p:blipFill>
        <p:spPr>
          <a:xfrm>
            <a:off x="4794725" y="2571750"/>
            <a:ext cx="3776476" cy="2360326"/>
          </a:xfrm>
          <a:prstGeom prst="rect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58" name="Google Shape;258;p36" title="Screenshot 2025-12-08 at 1.38.13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68250" y="644800"/>
            <a:ext cx="2888450" cy="1709874"/>
          </a:xfrm>
          <a:prstGeom prst="rect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7"/>
          <p:cNvSpPr txBox="1">
            <a:spLocks noGrp="1"/>
          </p:cNvSpPr>
          <p:nvPr>
            <p:ph type="title"/>
          </p:nvPr>
        </p:nvSpPr>
        <p:spPr>
          <a:xfrm>
            <a:off x="1221938" y="627225"/>
            <a:ext cx="7347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600"/>
              <a:t>Measuring SNAP Generosity </a:t>
            </a:r>
            <a:endParaRPr sz="2600">
              <a:solidFill>
                <a:schemeClr val="accen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37"/>
          <p:cNvSpPr txBox="1">
            <a:spLocks noGrp="1"/>
          </p:cNvSpPr>
          <p:nvPr>
            <p:ph type="body" idx="3"/>
          </p:nvPr>
        </p:nvSpPr>
        <p:spPr>
          <a:xfrm>
            <a:off x="300014" y="1923125"/>
            <a:ext cx="4620900" cy="233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Defined generosity using two continuous measures </a:t>
            </a:r>
            <a:endParaRPr sz="1000"/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Assigned Low?Moderate/High classes, but these are descriptive </a:t>
            </a:r>
            <a:endParaRPr sz="100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sz="1000"/>
          </a:p>
        </p:txBody>
      </p:sp>
      <p:sp>
        <p:nvSpPr>
          <p:cNvPr id="265" name="Google Shape;265;p37"/>
          <p:cNvSpPr txBox="1">
            <a:spLocks noGrp="1"/>
          </p:cNvSpPr>
          <p:nvPr>
            <p:ph type="subTitle" idx="1"/>
          </p:nvPr>
        </p:nvSpPr>
        <p:spPr>
          <a:xfrm>
            <a:off x="315126" y="1217513"/>
            <a:ext cx="4329600" cy="5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>
                <a:solidFill>
                  <a:schemeClr val="accent1"/>
                </a:solidFill>
              </a:rPr>
              <a:t>How we created a constant measure </a:t>
            </a:r>
            <a:endParaRPr>
              <a:solidFill>
                <a:schemeClr val="accent1"/>
              </a:solidFill>
            </a:endParaRPr>
          </a:p>
        </p:txBody>
      </p:sp>
      <p:grpSp>
        <p:nvGrpSpPr>
          <p:cNvPr id="266" name="Google Shape;266;p37"/>
          <p:cNvGrpSpPr/>
          <p:nvPr/>
        </p:nvGrpSpPr>
        <p:grpSpPr>
          <a:xfrm>
            <a:off x="492990" y="375897"/>
            <a:ext cx="367011" cy="538406"/>
            <a:chOff x="2870930" y="2845974"/>
            <a:chExt cx="851534" cy="1249203"/>
          </a:xfrm>
        </p:grpSpPr>
        <p:sp>
          <p:nvSpPr>
            <p:cNvPr id="267" name="Google Shape;267;p37"/>
            <p:cNvSpPr/>
            <p:nvPr/>
          </p:nvSpPr>
          <p:spPr>
            <a:xfrm>
              <a:off x="2870930" y="2845974"/>
              <a:ext cx="851534" cy="1249203"/>
            </a:xfrm>
            <a:custGeom>
              <a:avLst/>
              <a:gdLst/>
              <a:ahLst/>
              <a:cxnLst/>
              <a:rect l="l" t="t" r="r" b="b"/>
              <a:pathLst>
                <a:path w="851534" h="1249203" extrusionOk="0">
                  <a:moveTo>
                    <a:pt x="834009" y="395478"/>
                  </a:moveTo>
                  <a:cubicBezTo>
                    <a:pt x="843725" y="395478"/>
                    <a:pt x="851535" y="387668"/>
                    <a:pt x="851535" y="377952"/>
                  </a:cubicBezTo>
                  <a:lnTo>
                    <a:pt x="851535" y="95822"/>
                  </a:lnTo>
                  <a:cubicBezTo>
                    <a:pt x="851535" y="42958"/>
                    <a:pt x="808577" y="0"/>
                    <a:pt x="755809" y="0"/>
                  </a:cubicBezTo>
                  <a:lnTo>
                    <a:pt x="95726" y="0"/>
                  </a:lnTo>
                  <a:cubicBezTo>
                    <a:pt x="42863" y="0"/>
                    <a:pt x="0" y="42958"/>
                    <a:pt x="0" y="95822"/>
                  </a:cubicBezTo>
                  <a:lnTo>
                    <a:pt x="0" y="1153382"/>
                  </a:lnTo>
                  <a:cubicBezTo>
                    <a:pt x="0" y="1206246"/>
                    <a:pt x="42958" y="1249204"/>
                    <a:pt x="95726" y="1249204"/>
                  </a:cubicBezTo>
                  <a:lnTo>
                    <a:pt x="755714" y="1249204"/>
                  </a:lnTo>
                  <a:cubicBezTo>
                    <a:pt x="808577" y="1249204"/>
                    <a:pt x="851440" y="1206246"/>
                    <a:pt x="851440" y="1153382"/>
                  </a:cubicBezTo>
                  <a:lnTo>
                    <a:pt x="851440" y="500729"/>
                  </a:lnTo>
                  <a:cubicBezTo>
                    <a:pt x="851440" y="491014"/>
                    <a:pt x="843629" y="483203"/>
                    <a:pt x="833914" y="483203"/>
                  </a:cubicBezTo>
                  <a:cubicBezTo>
                    <a:pt x="824198" y="483203"/>
                    <a:pt x="816388" y="491014"/>
                    <a:pt x="816388" y="500729"/>
                  </a:cubicBezTo>
                  <a:lnTo>
                    <a:pt x="816388" y="1153382"/>
                  </a:lnTo>
                  <a:cubicBezTo>
                    <a:pt x="816388" y="1186910"/>
                    <a:pt x="789051" y="1214247"/>
                    <a:pt x="755618" y="1214247"/>
                  </a:cubicBezTo>
                  <a:lnTo>
                    <a:pt x="95726" y="1214247"/>
                  </a:lnTo>
                  <a:cubicBezTo>
                    <a:pt x="62294" y="1214247"/>
                    <a:pt x="34957" y="1186910"/>
                    <a:pt x="34957" y="1153382"/>
                  </a:cubicBezTo>
                  <a:lnTo>
                    <a:pt x="34957" y="95822"/>
                  </a:lnTo>
                  <a:cubicBezTo>
                    <a:pt x="34957" y="62294"/>
                    <a:pt x="62294" y="34957"/>
                    <a:pt x="95726" y="34957"/>
                  </a:cubicBezTo>
                  <a:lnTo>
                    <a:pt x="755714" y="34957"/>
                  </a:lnTo>
                  <a:cubicBezTo>
                    <a:pt x="789146" y="34957"/>
                    <a:pt x="816483" y="62294"/>
                    <a:pt x="816483" y="95822"/>
                  </a:cubicBezTo>
                  <a:lnTo>
                    <a:pt x="816483" y="377952"/>
                  </a:lnTo>
                  <a:cubicBezTo>
                    <a:pt x="816483" y="387572"/>
                    <a:pt x="824294" y="395478"/>
                    <a:pt x="834009" y="39547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" name="Google Shape;268;p37"/>
            <p:cNvSpPr/>
            <p:nvPr/>
          </p:nvSpPr>
          <p:spPr>
            <a:xfrm>
              <a:off x="2971418" y="2943129"/>
              <a:ext cx="650462" cy="224027"/>
            </a:xfrm>
            <a:custGeom>
              <a:avLst/>
              <a:gdLst/>
              <a:ahLst/>
              <a:cxnLst/>
              <a:rect l="l" t="t" r="r" b="b"/>
              <a:pathLst>
                <a:path w="650462" h="224027" extrusionOk="0">
                  <a:moveTo>
                    <a:pt x="650367" y="17526"/>
                  </a:moveTo>
                  <a:cubicBezTo>
                    <a:pt x="650367" y="7810"/>
                    <a:pt x="642557" y="0"/>
                    <a:pt x="632841" y="0"/>
                  </a:cubicBezTo>
                  <a:lnTo>
                    <a:pt x="17526" y="0"/>
                  </a:lnTo>
                  <a:cubicBezTo>
                    <a:pt x="7811" y="0"/>
                    <a:pt x="0" y="7810"/>
                    <a:pt x="0" y="17526"/>
                  </a:cubicBezTo>
                  <a:lnTo>
                    <a:pt x="0" y="206502"/>
                  </a:lnTo>
                  <a:cubicBezTo>
                    <a:pt x="0" y="216217"/>
                    <a:pt x="7811" y="224028"/>
                    <a:pt x="17526" y="224028"/>
                  </a:cubicBezTo>
                  <a:lnTo>
                    <a:pt x="632936" y="224028"/>
                  </a:lnTo>
                  <a:cubicBezTo>
                    <a:pt x="642652" y="224028"/>
                    <a:pt x="650462" y="216217"/>
                    <a:pt x="650462" y="206502"/>
                  </a:cubicBezTo>
                  <a:lnTo>
                    <a:pt x="650462" y="17526"/>
                  </a:lnTo>
                  <a:close/>
                  <a:moveTo>
                    <a:pt x="615410" y="188881"/>
                  </a:moveTo>
                  <a:lnTo>
                    <a:pt x="35052" y="188881"/>
                  </a:lnTo>
                  <a:lnTo>
                    <a:pt x="35052" y="35052"/>
                  </a:lnTo>
                  <a:lnTo>
                    <a:pt x="615410" y="35052"/>
                  </a:lnTo>
                  <a:lnTo>
                    <a:pt x="615410" y="18888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" name="Google Shape;269;p37"/>
            <p:cNvSpPr/>
            <p:nvPr/>
          </p:nvSpPr>
          <p:spPr>
            <a:xfrm>
              <a:off x="2974847" y="3205924"/>
              <a:ext cx="643414" cy="790955"/>
            </a:xfrm>
            <a:custGeom>
              <a:avLst/>
              <a:gdLst/>
              <a:ahLst/>
              <a:cxnLst/>
              <a:rect l="l" t="t" r="r" b="b"/>
              <a:pathLst>
                <a:path w="643414" h="790955" extrusionOk="0">
                  <a:moveTo>
                    <a:pt x="626174" y="0"/>
                  </a:moveTo>
                  <a:lnTo>
                    <a:pt x="474726" y="0"/>
                  </a:lnTo>
                  <a:cubicBezTo>
                    <a:pt x="474631" y="0"/>
                    <a:pt x="474536" y="0"/>
                    <a:pt x="474440" y="0"/>
                  </a:cubicBezTo>
                  <a:cubicBezTo>
                    <a:pt x="474345" y="0"/>
                    <a:pt x="474250" y="0"/>
                    <a:pt x="474155" y="0"/>
                  </a:cubicBezTo>
                  <a:lnTo>
                    <a:pt x="321945" y="0"/>
                  </a:lnTo>
                  <a:lnTo>
                    <a:pt x="321564" y="0"/>
                  </a:lnTo>
                  <a:lnTo>
                    <a:pt x="169926" y="0"/>
                  </a:lnTo>
                  <a:lnTo>
                    <a:pt x="169545" y="0"/>
                  </a:lnTo>
                  <a:lnTo>
                    <a:pt x="17526" y="0"/>
                  </a:lnTo>
                  <a:cubicBezTo>
                    <a:pt x="7810" y="0"/>
                    <a:pt x="0" y="7810"/>
                    <a:pt x="0" y="17526"/>
                  </a:cubicBezTo>
                  <a:lnTo>
                    <a:pt x="0" y="168402"/>
                  </a:lnTo>
                  <a:lnTo>
                    <a:pt x="0" y="169926"/>
                  </a:lnTo>
                  <a:lnTo>
                    <a:pt x="0" y="319278"/>
                  </a:lnTo>
                  <a:lnTo>
                    <a:pt x="0" y="320802"/>
                  </a:lnTo>
                  <a:lnTo>
                    <a:pt x="0" y="470154"/>
                  </a:lnTo>
                  <a:lnTo>
                    <a:pt x="0" y="471678"/>
                  </a:lnTo>
                  <a:lnTo>
                    <a:pt x="0" y="621030"/>
                  </a:lnTo>
                  <a:lnTo>
                    <a:pt x="0" y="622554"/>
                  </a:lnTo>
                  <a:lnTo>
                    <a:pt x="0" y="773430"/>
                  </a:lnTo>
                  <a:cubicBezTo>
                    <a:pt x="0" y="783145"/>
                    <a:pt x="7810" y="790956"/>
                    <a:pt x="17526" y="790956"/>
                  </a:cubicBezTo>
                  <a:lnTo>
                    <a:pt x="169545" y="790956"/>
                  </a:lnTo>
                  <a:lnTo>
                    <a:pt x="169926" y="790956"/>
                  </a:lnTo>
                  <a:lnTo>
                    <a:pt x="321564" y="790956"/>
                  </a:lnTo>
                  <a:lnTo>
                    <a:pt x="321945" y="790956"/>
                  </a:lnTo>
                  <a:lnTo>
                    <a:pt x="473964" y="790956"/>
                  </a:lnTo>
                  <a:cubicBezTo>
                    <a:pt x="474059" y="790956"/>
                    <a:pt x="474155" y="790956"/>
                    <a:pt x="474250" y="790956"/>
                  </a:cubicBezTo>
                  <a:cubicBezTo>
                    <a:pt x="474345" y="790956"/>
                    <a:pt x="474440" y="790956"/>
                    <a:pt x="474536" y="790956"/>
                  </a:cubicBezTo>
                  <a:lnTo>
                    <a:pt x="625983" y="790956"/>
                  </a:lnTo>
                  <a:cubicBezTo>
                    <a:pt x="635603" y="790956"/>
                    <a:pt x="643414" y="783145"/>
                    <a:pt x="643414" y="773430"/>
                  </a:cubicBezTo>
                  <a:lnTo>
                    <a:pt x="643414" y="622554"/>
                  </a:lnTo>
                  <a:lnTo>
                    <a:pt x="643414" y="621030"/>
                  </a:lnTo>
                  <a:lnTo>
                    <a:pt x="643414" y="471678"/>
                  </a:lnTo>
                  <a:lnTo>
                    <a:pt x="643414" y="470154"/>
                  </a:lnTo>
                  <a:lnTo>
                    <a:pt x="643414" y="320802"/>
                  </a:lnTo>
                  <a:lnTo>
                    <a:pt x="643414" y="319278"/>
                  </a:lnTo>
                  <a:lnTo>
                    <a:pt x="643414" y="169926"/>
                  </a:lnTo>
                  <a:lnTo>
                    <a:pt x="643414" y="168402"/>
                  </a:lnTo>
                  <a:lnTo>
                    <a:pt x="643414" y="17526"/>
                  </a:lnTo>
                  <a:cubicBezTo>
                    <a:pt x="643509" y="7906"/>
                    <a:pt x="635794" y="0"/>
                    <a:pt x="626174" y="0"/>
                  </a:cubicBezTo>
                  <a:close/>
                  <a:moveTo>
                    <a:pt x="304038" y="338328"/>
                  </a:moveTo>
                  <a:lnTo>
                    <a:pt x="304038" y="452628"/>
                  </a:lnTo>
                  <a:lnTo>
                    <a:pt x="187452" y="452628"/>
                  </a:lnTo>
                  <a:lnTo>
                    <a:pt x="187452" y="338328"/>
                  </a:lnTo>
                  <a:lnTo>
                    <a:pt x="304038" y="338328"/>
                  </a:lnTo>
                  <a:close/>
                  <a:moveTo>
                    <a:pt x="304038" y="187452"/>
                  </a:moveTo>
                  <a:lnTo>
                    <a:pt x="304038" y="301752"/>
                  </a:lnTo>
                  <a:lnTo>
                    <a:pt x="187452" y="301752"/>
                  </a:lnTo>
                  <a:lnTo>
                    <a:pt x="187452" y="187452"/>
                  </a:lnTo>
                  <a:lnTo>
                    <a:pt x="304038" y="187452"/>
                  </a:lnTo>
                  <a:close/>
                  <a:moveTo>
                    <a:pt x="187452" y="603504"/>
                  </a:moveTo>
                  <a:lnTo>
                    <a:pt x="187452" y="489204"/>
                  </a:lnTo>
                  <a:lnTo>
                    <a:pt x="304038" y="489204"/>
                  </a:lnTo>
                  <a:lnTo>
                    <a:pt x="304038" y="603504"/>
                  </a:lnTo>
                  <a:lnTo>
                    <a:pt x="187452" y="603504"/>
                  </a:lnTo>
                  <a:close/>
                  <a:moveTo>
                    <a:pt x="456343" y="452628"/>
                  </a:moveTo>
                  <a:lnTo>
                    <a:pt x="339471" y="452628"/>
                  </a:lnTo>
                  <a:lnTo>
                    <a:pt x="339471" y="338328"/>
                  </a:lnTo>
                  <a:lnTo>
                    <a:pt x="456343" y="338328"/>
                  </a:lnTo>
                  <a:lnTo>
                    <a:pt x="456343" y="452628"/>
                  </a:lnTo>
                  <a:close/>
                  <a:moveTo>
                    <a:pt x="152019" y="338328"/>
                  </a:moveTo>
                  <a:lnTo>
                    <a:pt x="152019" y="452628"/>
                  </a:lnTo>
                  <a:lnTo>
                    <a:pt x="35052" y="452628"/>
                  </a:lnTo>
                  <a:lnTo>
                    <a:pt x="35052" y="338328"/>
                  </a:lnTo>
                  <a:lnTo>
                    <a:pt x="152019" y="338328"/>
                  </a:lnTo>
                  <a:close/>
                  <a:moveTo>
                    <a:pt x="339471" y="603504"/>
                  </a:moveTo>
                  <a:lnTo>
                    <a:pt x="339471" y="489204"/>
                  </a:lnTo>
                  <a:lnTo>
                    <a:pt x="456343" y="489204"/>
                  </a:lnTo>
                  <a:lnTo>
                    <a:pt x="456343" y="603504"/>
                  </a:lnTo>
                  <a:lnTo>
                    <a:pt x="339471" y="603504"/>
                  </a:lnTo>
                  <a:close/>
                  <a:moveTo>
                    <a:pt x="492062" y="452628"/>
                  </a:moveTo>
                  <a:lnTo>
                    <a:pt x="492062" y="338328"/>
                  </a:lnTo>
                  <a:lnTo>
                    <a:pt x="608743" y="338328"/>
                  </a:lnTo>
                  <a:lnTo>
                    <a:pt x="608743" y="452628"/>
                  </a:lnTo>
                  <a:lnTo>
                    <a:pt x="492062" y="452628"/>
                  </a:lnTo>
                  <a:close/>
                  <a:moveTo>
                    <a:pt x="492062" y="301752"/>
                  </a:moveTo>
                  <a:lnTo>
                    <a:pt x="492062" y="187452"/>
                  </a:lnTo>
                  <a:lnTo>
                    <a:pt x="608743" y="187452"/>
                  </a:lnTo>
                  <a:lnTo>
                    <a:pt x="608743" y="301752"/>
                  </a:lnTo>
                  <a:lnTo>
                    <a:pt x="492062" y="301752"/>
                  </a:lnTo>
                  <a:close/>
                  <a:moveTo>
                    <a:pt x="456343" y="301752"/>
                  </a:moveTo>
                  <a:lnTo>
                    <a:pt x="339471" y="301752"/>
                  </a:lnTo>
                  <a:lnTo>
                    <a:pt x="339471" y="187452"/>
                  </a:lnTo>
                  <a:lnTo>
                    <a:pt x="456343" y="187452"/>
                  </a:lnTo>
                  <a:lnTo>
                    <a:pt x="456343" y="301752"/>
                  </a:lnTo>
                  <a:close/>
                  <a:moveTo>
                    <a:pt x="304038" y="150876"/>
                  </a:moveTo>
                  <a:lnTo>
                    <a:pt x="187452" y="150876"/>
                  </a:lnTo>
                  <a:lnTo>
                    <a:pt x="187452" y="35052"/>
                  </a:lnTo>
                  <a:lnTo>
                    <a:pt x="304038" y="35052"/>
                  </a:lnTo>
                  <a:lnTo>
                    <a:pt x="304038" y="150876"/>
                  </a:lnTo>
                  <a:close/>
                  <a:moveTo>
                    <a:pt x="152019" y="187452"/>
                  </a:moveTo>
                  <a:lnTo>
                    <a:pt x="152019" y="301752"/>
                  </a:lnTo>
                  <a:lnTo>
                    <a:pt x="35052" y="301752"/>
                  </a:lnTo>
                  <a:lnTo>
                    <a:pt x="35052" y="187452"/>
                  </a:lnTo>
                  <a:lnTo>
                    <a:pt x="152019" y="187452"/>
                  </a:lnTo>
                  <a:close/>
                  <a:moveTo>
                    <a:pt x="35052" y="489204"/>
                  </a:moveTo>
                  <a:lnTo>
                    <a:pt x="152019" y="489204"/>
                  </a:lnTo>
                  <a:lnTo>
                    <a:pt x="152019" y="603504"/>
                  </a:lnTo>
                  <a:lnTo>
                    <a:pt x="35052" y="603504"/>
                  </a:lnTo>
                  <a:lnTo>
                    <a:pt x="35052" y="489204"/>
                  </a:lnTo>
                  <a:close/>
                  <a:moveTo>
                    <a:pt x="187452" y="640080"/>
                  </a:moveTo>
                  <a:lnTo>
                    <a:pt x="304038" y="640080"/>
                  </a:lnTo>
                  <a:lnTo>
                    <a:pt x="304038" y="755904"/>
                  </a:lnTo>
                  <a:lnTo>
                    <a:pt x="187452" y="755904"/>
                  </a:lnTo>
                  <a:lnTo>
                    <a:pt x="187452" y="640080"/>
                  </a:lnTo>
                  <a:close/>
                  <a:moveTo>
                    <a:pt x="492062" y="603504"/>
                  </a:moveTo>
                  <a:lnTo>
                    <a:pt x="492062" y="489204"/>
                  </a:lnTo>
                  <a:lnTo>
                    <a:pt x="608743" y="489204"/>
                  </a:lnTo>
                  <a:lnTo>
                    <a:pt x="608743" y="603504"/>
                  </a:lnTo>
                  <a:lnTo>
                    <a:pt x="492062" y="603504"/>
                  </a:lnTo>
                  <a:close/>
                  <a:moveTo>
                    <a:pt x="608743" y="35052"/>
                  </a:moveTo>
                  <a:lnTo>
                    <a:pt x="608743" y="150876"/>
                  </a:lnTo>
                  <a:lnTo>
                    <a:pt x="492062" y="150876"/>
                  </a:lnTo>
                  <a:lnTo>
                    <a:pt x="492062" y="35052"/>
                  </a:lnTo>
                  <a:lnTo>
                    <a:pt x="608743" y="35052"/>
                  </a:lnTo>
                  <a:close/>
                  <a:moveTo>
                    <a:pt x="456343" y="150876"/>
                  </a:moveTo>
                  <a:lnTo>
                    <a:pt x="339471" y="150876"/>
                  </a:lnTo>
                  <a:lnTo>
                    <a:pt x="339471" y="35052"/>
                  </a:lnTo>
                  <a:lnTo>
                    <a:pt x="456343" y="35052"/>
                  </a:lnTo>
                  <a:lnTo>
                    <a:pt x="456343" y="150876"/>
                  </a:lnTo>
                  <a:close/>
                  <a:moveTo>
                    <a:pt x="152019" y="35052"/>
                  </a:moveTo>
                  <a:lnTo>
                    <a:pt x="152019" y="150876"/>
                  </a:lnTo>
                  <a:lnTo>
                    <a:pt x="35052" y="150876"/>
                  </a:lnTo>
                  <a:lnTo>
                    <a:pt x="35052" y="35052"/>
                  </a:lnTo>
                  <a:lnTo>
                    <a:pt x="152019" y="35052"/>
                  </a:lnTo>
                  <a:close/>
                  <a:moveTo>
                    <a:pt x="35052" y="640080"/>
                  </a:moveTo>
                  <a:lnTo>
                    <a:pt x="152019" y="640080"/>
                  </a:lnTo>
                  <a:lnTo>
                    <a:pt x="152019" y="755904"/>
                  </a:lnTo>
                  <a:lnTo>
                    <a:pt x="35052" y="755904"/>
                  </a:lnTo>
                  <a:lnTo>
                    <a:pt x="35052" y="640080"/>
                  </a:lnTo>
                  <a:close/>
                  <a:moveTo>
                    <a:pt x="339471" y="755999"/>
                  </a:moveTo>
                  <a:lnTo>
                    <a:pt x="339471" y="640175"/>
                  </a:lnTo>
                  <a:lnTo>
                    <a:pt x="456343" y="640175"/>
                  </a:lnTo>
                  <a:lnTo>
                    <a:pt x="456343" y="755999"/>
                  </a:lnTo>
                  <a:lnTo>
                    <a:pt x="339471" y="755999"/>
                  </a:lnTo>
                  <a:close/>
                  <a:moveTo>
                    <a:pt x="492062" y="755999"/>
                  </a:moveTo>
                  <a:lnTo>
                    <a:pt x="492062" y="640175"/>
                  </a:lnTo>
                  <a:lnTo>
                    <a:pt x="608743" y="640175"/>
                  </a:lnTo>
                  <a:lnTo>
                    <a:pt x="608743" y="755999"/>
                  </a:lnTo>
                  <a:lnTo>
                    <a:pt x="492062" y="75599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70" name="Google Shape;270;p37" title="Screenshot 2025-12-08 at 1.26.27 AM.png"/>
          <p:cNvPicPr preferRelativeResize="0"/>
          <p:nvPr/>
        </p:nvPicPr>
        <p:blipFill rotWithShape="1">
          <a:blip r:embed="rId3">
            <a:alphaModFix/>
          </a:blip>
          <a:srcRect l="11971" b="8875"/>
          <a:stretch/>
        </p:blipFill>
        <p:spPr>
          <a:xfrm>
            <a:off x="5364000" y="1360325"/>
            <a:ext cx="3199799" cy="1790073"/>
          </a:xfrm>
          <a:prstGeom prst="rect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71" name="Google Shape;271;p37" title="Screenshot 2025-12-08 at 1.28.12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0000" y="2405450"/>
            <a:ext cx="2890425" cy="1948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37" title="Screenshot 2025-12-08 at 1.28.27 A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52778" y="3150400"/>
            <a:ext cx="3416171" cy="1790075"/>
          </a:xfrm>
          <a:prstGeom prst="rect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73" name="Google Shape;273;p37"/>
          <p:cNvSpPr/>
          <p:nvPr/>
        </p:nvSpPr>
        <p:spPr>
          <a:xfrm rot="10800000">
            <a:off x="3795000" y="2405450"/>
            <a:ext cx="528900" cy="770400"/>
          </a:xfrm>
          <a:prstGeom prst="bentArrow">
            <a:avLst>
              <a:gd name="adj1" fmla="val 25000"/>
              <a:gd name="adj2" fmla="val 25000"/>
              <a:gd name="adj3" fmla="val 25000"/>
              <a:gd name="adj4" fmla="val 43750"/>
            </a:avLst>
          </a:prstGeom>
          <a:solidFill>
            <a:schemeClr val="accent6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8"/>
          <p:cNvSpPr txBox="1">
            <a:spLocks noGrp="1"/>
          </p:cNvSpPr>
          <p:nvPr>
            <p:ph type="title"/>
          </p:nvPr>
        </p:nvSpPr>
        <p:spPr>
          <a:xfrm>
            <a:off x="1221938" y="627225"/>
            <a:ext cx="7347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Predicting Low/Moderate/High Classes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p38"/>
          <p:cNvSpPr txBox="1">
            <a:spLocks noGrp="1"/>
          </p:cNvSpPr>
          <p:nvPr>
            <p:ph type="body" idx="3"/>
          </p:nvPr>
        </p:nvSpPr>
        <p:spPr>
          <a:xfrm>
            <a:off x="655187" y="2059225"/>
            <a:ext cx="3720600" cy="233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rgbClr val="2D3538"/>
              </a:buClr>
              <a:buSzPts val="1200"/>
              <a:buFont typeface="Lato"/>
              <a:buChar char="●"/>
            </a:pPr>
            <a:r>
              <a:rPr lang="en" sz="1100">
                <a:solidFill>
                  <a:srgbClr val="2D3538"/>
                </a:solidFill>
                <a:latin typeface="Lato"/>
                <a:ea typeface="Lato"/>
                <a:cs typeface="Lato"/>
                <a:sym typeface="Lato"/>
              </a:rPr>
              <a:t>The “High” cluster  above-average SNAP participation </a:t>
            </a:r>
            <a:endParaRPr sz="1100">
              <a:solidFill>
                <a:srgbClr val="2D3538"/>
              </a:solidFill>
              <a:latin typeface="Lato"/>
              <a:ea typeface="Lato"/>
              <a:cs typeface="Lato"/>
              <a:sym typeface="Lato"/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2D3538"/>
                </a:solidFill>
                <a:latin typeface="Lato"/>
                <a:ea typeface="Lato"/>
                <a:cs typeface="Lato"/>
                <a:sym typeface="Lato"/>
              </a:rPr>
              <a:t>several High-policy states are in Medium or Low clusters.</a:t>
            </a:r>
            <a:endParaRPr sz="1100">
              <a:solidFill>
                <a:srgbClr val="2D3538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2D3538"/>
              </a:buClr>
              <a:buSzPts val="1400"/>
              <a:buFont typeface="Lato Light"/>
              <a:buChar char="●"/>
            </a:pPr>
            <a:r>
              <a:rPr lang="en" sz="1100">
                <a:solidFill>
                  <a:srgbClr val="2D3538"/>
                </a:solidFill>
                <a:latin typeface="Lato"/>
                <a:ea typeface="Lato"/>
                <a:cs typeface="Lato"/>
                <a:sym typeface="Lato"/>
              </a:rPr>
              <a:t>generosity behaves like a continuous gradient, not three discrete groups.</a:t>
            </a:r>
            <a:endParaRPr sz="1100">
              <a:solidFill>
                <a:srgbClr val="2D3538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rgbClr val="2D3538"/>
              </a:buClr>
              <a:buSzPts val="1200"/>
              <a:buFont typeface="Lato"/>
              <a:buChar char="●"/>
            </a:pPr>
            <a:r>
              <a:rPr lang="en" sz="1100">
                <a:solidFill>
                  <a:srgbClr val="2D3538"/>
                </a:solidFill>
                <a:latin typeface="Lato"/>
                <a:ea typeface="Lato"/>
                <a:cs typeface="Lato"/>
                <a:sym typeface="Lato"/>
              </a:rPr>
              <a:t>Low-generosity might  have share similar underlying characteristics.</a:t>
            </a:r>
            <a:endParaRPr sz="1100">
              <a:solidFill>
                <a:srgbClr val="2D3538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rgbClr val="2D3538"/>
              </a:buClr>
              <a:buSzPts val="1200"/>
              <a:buFont typeface="Lato"/>
              <a:buChar char="●"/>
            </a:pPr>
            <a:r>
              <a:rPr lang="en" sz="1100">
                <a:solidFill>
                  <a:srgbClr val="2D3538"/>
                </a:solidFill>
                <a:latin typeface="Lato"/>
                <a:ea typeface="Lato"/>
                <a:cs typeface="Lato"/>
                <a:sym typeface="Lato"/>
              </a:rPr>
              <a:t>One state appears as a major outlier in the high-generosity direction, reflecting extreme differences in policy or administrative context.</a:t>
            </a:r>
            <a:endParaRPr sz="1100">
              <a:solidFill>
                <a:srgbClr val="2D3538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2D3538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280" name="Google Shape;280;p38"/>
          <p:cNvGrpSpPr/>
          <p:nvPr/>
        </p:nvGrpSpPr>
        <p:grpSpPr>
          <a:xfrm>
            <a:off x="492990" y="375897"/>
            <a:ext cx="367011" cy="538406"/>
            <a:chOff x="2870930" y="2845974"/>
            <a:chExt cx="851534" cy="1249203"/>
          </a:xfrm>
        </p:grpSpPr>
        <p:sp>
          <p:nvSpPr>
            <p:cNvPr id="281" name="Google Shape;281;p38"/>
            <p:cNvSpPr/>
            <p:nvPr/>
          </p:nvSpPr>
          <p:spPr>
            <a:xfrm>
              <a:off x="2870930" y="2845974"/>
              <a:ext cx="851534" cy="1249203"/>
            </a:xfrm>
            <a:custGeom>
              <a:avLst/>
              <a:gdLst/>
              <a:ahLst/>
              <a:cxnLst/>
              <a:rect l="l" t="t" r="r" b="b"/>
              <a:pathLst>
                <a:path w="851534" h="1249203" extrusionOk="0">
                  <a:moveTo>
                    <a:pt x="834009" y="395478"/>
                  </a:moveTo>
                  <a:cubicBezTo>
                    <a:pt x="843725" y="395478"/>
                    <a:pt x="851535" y="387668"/>
                    <a:pt x="851535" y="377952"/>
                  </a:cubicBezTo>
                  <a:lnTo>
                    <a:pt x="851535" y="95822"/>
                  </a:lnTo>
                  <a:cubicBezTo>
                    <a:pt x="851535" y="42958"/>
                    <a:pt x="808577" y="0"/>
                    <a:pt x="755809" y="0"/>
                  </a:cubicBezTo>
                  <a:lnTo>
                    <a:pt x="95726" y="0"/>
                  </a:lnTo>
                  <a:cubicBezTo>
                    <a:pt x="42863" y="0"/>
                    <a:pt x="0" y="42958"/>
                    <a:pt x="0" y="95822"/>
                  </a:cubicBezTo>
                  <a:lnTo>
                    <a:pt x="0" y="1153382"/>
                  </a:lnTo>
                  <a:cubicBezTo>
                    <a:pt x="0" y="1206246"/>
                    <a:pt x="42958" y="1249204"/>
                    <a:pt x="95726" y="1249204"/>
                  </a:cubicBezTo>
                  <a:lnTo>
                    <a:pt x="755714" y="1249204"/>
                  </a:lnTo>
                  <a:cubicBezTo>
                    <a:pt x="808577" y="1249204"/>
                    <a:pt x="851440" y="1206246"/>
                    <a:pt x="851440" y="1153382"/>
                  </a:cubicBezTo>
                  <a:lnTo>
                    <a:pt x="851440" y="500729"/>
                  </a:lnTo>
                  <a:cubicBezTo>
                    <a:pt x="851440" y="491014"/>
                    <a:pt x="843629" y="483203"/>
                    <a:pt x="833914" y="483203"/>
                  </a:cubicBezTo>
                  <a:cubicBezTo>
                    <a:pt x="824198" y="483203"/>
                    <a:pt x="816388" y="491014"/>
                    <a:pt x="816388" y="500729"/>
                  </a:cubicBezTo>
                  <a:lnTo>
                    <a:pt x="816388" y="1153382"/>
                  </a:lnTo>
                  <a:cubicBezTo>
                    <a:pt x="816388" y="1186910"/>
                    <a:pt x="789051" y="1214247"/>
                    <a:pt x="755618" y="1214247"/>
                  </a:cubicBezTo>
                  <a:lnTo>
                    <a:pt x="95726" y="1214247"/>
                  </a:lnTo>
                  <a:cubicBezTo>
                    <a:pt x="62294" y="1214247"/>
                    <a:pt x="34957" y="1186910"/>
                    <a:pt x="34957" y="1153382"/>
                  </a:cubicBezTo>
                  <a:lnTo>
                    <a:pt x="34957" y="95822"/>
                  </a:lnTo>
                  <a:cubicBezTo>
                    <a:pt x="34957" y="62294"/>
                    <a:pt x="62294" y="34957"/>
                    <a:pt x="95726" y="34957"/>
                  </a:cubicBezTo>
                  <a:lnTo>
                    <a:pt x="755714" y="34957"/>
                  </a:lnTo>
                  <a:cubicBezTo>
                    <a:pt x="789146" y="34957"/>
                    <a:pt x="816483" y="62294"/>
                    <a:pt x="816483" y="95822"/>
                  </a:cubicBezTo>
                  <a:lnTo>
                    <a:pt x="816483" y="377952"/>
                  </a:lnTo>
                  <a:cubicBezTo>
                    <a:pt x="816483" y="387572"/>
                    <a:pt x="824294" y="395478"/>
                    <a:pt x="834009" y="39547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" name="Google Shape;282;p38"/>
            <p:cNvSpPr/>
            <p:nvPr/>
          </p:nvSpPr>
          <p:spPr>
            <a:xfrm>
              <a:off x="2971418" y="2943129"/>
              <a:ext cx="650462" cy="224027"/>
            </a:xfrm>
            <a:custGeom>
              <a:avLst/>
              <a:gdLst/>
              <a:ahLst/>
              <a:cxnLst/>
              <a:rect l="l" t="t" r="r" b="b"/>
              <a:pathLst>
                <a:path w="650462" h="224027" extrusionOk="0">
                  <a:moveTo>
                    <a:pt x="650367" y="17526"/>
                  </a:moveTo>
                  <a:cubicBezTo>
                    <a:pt x="650367" y="7810"/>
                    <a:pt x="642557" y="0"/>
                    <a:pt x="632841" y="0"/>
                  </a:cubicBezTo>
                  <a:lnTo>
                    <a:pt x="17526" y="0"/>
                  </a:lnTo>
                  <a:cubicBezTo>
                    <a:pt x="7811" y="0"/>
                    <a:pt x="0" y="7810"/>
                    <a:pt x="0" y="17526"/>
                  </a:cubicBezTo>
                  <a:lnTo>
                    <a:pt x="0" y="206502"/>
                  </a:lnTo>
                  <a:cubicBezTo>
                    <a:pt x="0" y="216217"/>
                    <a:pt x="7811" y="224028"/>
                    <a:pt x="17526" y="224028"/>
                  </a:cubicBezTo>
                  <a:lnTo>
                    <a:pt x="632936" y="224028"/>
                  </a:lnTo>
                  <a:cubicBezTo>
                    <a:pt x="642652" y="224028"/>
                    <a:pt x="650462" y="216217"/>
                    <a:pt x="650462" y="206502"/>
                  </a:cubicBezTo>
                  <a:lnTo>
                    <a:pt x="650462" y="17526"/>
                  </a:lnTo>
                  <a:close/>
                  <a:moveTo>
                    <a:pt x="615410" y="188881"/>
                  </a:moveTo>
                  <a:lnTo>
                    <a:pt x="35052" y="188881"/>
                  </a:lnTo>
                  <a:lnTo>
                    <a:pt x="35052" y="35052"/>
                  </a:lnTo>
                  <a:lnTo>
                    <a:pt x="615410" y="35052"/>
                  </a:lnTo>
                  <a:lnTo>
                    <a:pt x="615410" y="18888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" name="Google Shape;283;p38"/>
            <p:cNvSpPr/>
            <p:nvPr/>
          </p:nvSpPr>
          <p:spPr>
            <a:xfrm>
              <a:off x="2974847" y="3205924"/>
              <a:ext cx="643414" cy="790955"/>
            </a:xfrm>
            <a:custGeom>
              <a:avLst/>
              <a:gdLst/>
              <a:ahLst/>
              <a:cxnLst/>
              <a:rect l="l" t="t" r="r" b="b"/>
              <a:pathLst>
                <a:path w="643414" h="790955" extrusionOk="0">
                  <a:moveTo>
                    <a:pt x="626174" y="0"/>
                  </a:moveTo>
                  <a:lnTo>
                    <a:pt x="474726" y="0"/>
                  </a:lnTo>
                  <a:cubicBezTo>
                    <a:pt x="474631" y="0"/>
                    <a:pt x="474536" y="0"/>
                    <a:pt x="474440" y="0"/>
                  </a:cubicBezTo>
                  <a:cubicBezTo>
                    <a:pt x="474345" y="0"/>
                    <a:pt x="474250" y="0"/>
                    <a:pt x="474155" y="0"/>
                  </a:cubicBezTo>
                  <a:lnTo>
                    <a:pt x="321945" y="0"/>
                  </a:lnTo>
                  <a:lnTo>
                    <a:pt x="321564" y="0"/>
                  </a:lnTo>
                  <a:lnTo>
                    <a:pt x="169926" y="0"/>
                  </a:lnTo>
                  <a:lnTo>
                    <a:pt x="169545" y="0"/>
                  </a:lnTo>
                  <a:lnTo>
                    <a:pt x="17526" y="0"/>
                  </a:lnTo>
                  <a:cubicBezTo>
                    <a:pt x="7810" y="0"/>
                    <a:pt x="0" y="7810"/>
                    <a:pt x="0" y="17526"/>
                  </a:cubicBezTo>
                  <a:lnTo>
                    <a:pt x="0" y="168402"/>
                  </a:lnTo>
                  <a:lnTo>
                    <a:pt x="0" y="169926"/>
                  </a:lnTo>
                  <a:lnTo>
                    <a:pt x="0" y="319278"/>
                  </a:lnTo>
                  <a:lnTo>
                    <a:pt x="0" y="320802"/>
                  </a:lnTo>
                  <a:lnTo>
                    <a:pt x="0" y="470154"/>
                  </a:lnTo>
                  <a:lnTo>
                    <a:pt x="0" y="471678"/>
                  </a:lnTo>
                  <a:lnTo>
                    <a:pt x="0" y="621030"/>
                  </a:lnTo>
                  <a:lnTo>
                    <a:pt x="0" y="622554"/>
                  </a:lnTo>
                  <a:lnTo>
                    <a:pt x="0" y="773430"/>
                  </a:lnTo>
                  <a:cubicBezTo>
                    <a:pt x="0" y="783145"/>
                    <a:pt x="7810" y="790956"/>
                    <a:pt x="17526" y="790956"/>
                  </a:cubicBezTo>
                  <a:lnTo>
                    <a:pt x="169545" y="790956"/>
                  </a:lnTo>
                  <a:lnTo>
                    <a:pt x="169926" y="790956"/>
                  </a:lnTo>
                  <a:lnTo>
                    <a:pt x="321564" y="790956"/>
                  </a:lnTo>
                  <a:lnTo>
                    <a:pt x="321945" y="790956"/>
                  </a:lnTo>
                  <a:lnTo>
                    <a:pt x="473964" y="790956"/>
                  </a:lnTo>
                  <a:cubicBezTo>
                    <a:pt x="474059" y="790956"/>
                    <a:pt x="474155" y="790956"/>
                    <a:pt x="474250" y="790956"/>
                  </a:cubicBezTo>
                  <a:cubicBezTo>
                    <a:pt x="474345" y="790956"/>
                    <a:pt x="474440" y="790956"/>
                    <a:pt x="474536" y="790956"/>
                  </a:cubicBezTo>
                  <a:lnTo>
                    <a:pt x="625983" y="790956"/>
                  </a:lnTo>
                  <a:cubicBezTo>
                    <a:pt x="635603" y="790956"/>
                    <a:pt x="643414" y="783145"/>
                    <a:pt x="643414" y="773430"/>
                  </a:cubicBezTo>
                  <a:lnTo>
                    <a:pt x="643414" y="622554"/>
                  </a:lnTo>
                  <a:lnTo>
                    <a:pt x="643414" y="621030"/>
                  </a:lnTo>
                  <a:lnTo>
                    <a:pt x="643414" y="471678"/>
                  </a:lnTo>
                  <a:lnTo>
                    <a:pt x="643414" y="470154"/>
                  </a:lnTo>
                  <a:lnTo>
                    <a:pt x="643414" y="320802"/>
                  </a:lnTo>
                  <a:lnTo>
                    <a:pt x="643414" y="319278"/>
                  </a:lnTo>
                  <a:lnTo>
                    <a:pt x="643414" y="169926"/>
                  </a:lnTo>
                  <a:lnTo>
                    <a:pt x="643414" y="168402"/>
                  </a:lnTo>
                  <a:lnTo>
                    <a:pt x="643414" y="17526"/>
                  </a:lnTo>
                  <a:cubicBezTo>
                    <a:pt x="643509" y="7906"/>
                    <a:pt x="635794" y="0"/>
                    <a:pt x="626174" y="0"/>
                  </a:cubicBezTo>
                  <a:close/>
                  <a:moveTo>
                    <a:pt x="304038" y="338328"/>
                  </a:moveTo>
                  <a:lnTo>
                    <a:pt x="304038" y="452628"/>
                  </a:lnTo>
                  <a:lnTo>
                    <a:pt x="187452" y="452628"/>
                  </a:lnTo>
                  <a:lnTo>
                    <a:pt x="187452" y="338328"/>
                  </a:lnTo>
                  <a:lnTo>
                    <a:pt x="304038" y="338328"/>
                  </a:lnTo>
                  <a:close/>
                  <a:moveTo>
                    <a:pt x="304038" y="187452"/>
                  </a:moveTo>
                  <a:lnTo>
                    <a:pt x="304038" y="301752"/>
                  </a:lnTo>
                  <a:lnTo>
                    <a:pt x="187452" y="301752"/>
                  </a:lnTo>
                  <a:lnTo>
                    <a:pt x="187452" y="187452"/>
                  </a:lnTo>
                  <a:lnTo>
                    <a:pt x="304038" y="187452"/>
                  </a:lnTo>
                  <a:close/>
                  <a:moveTo>
                    <a:pt x="187452" y="603504"/>
                  </a:moveTo>
                  <a:lnTo>
                    <a:pt x="187452" y="489204"/>
                  </a:lnTo>
                  <a:lnTo>
                    <a:pt x="304038" y="489204"/>
                  </a:lnTo>
                  <a:lnTo>
                    <a:pt x="304038" y="603504"/>
                  </a:lnTo>
                  <a:lnTo>
                    <a:pt x="187452" y="603504"/>
                  </a:lnTo>
                  <a:close/>
                  <a:moveTo>
                    <a:pt x="456343" y="452628"/>
                  </a:moveTo>
                  <a:lnTo>
                    <a:pt x="339471" y="452628"/>
                  </a:lnTo>
                  <a:lnTo>
                    <a:pt x="339471" y="338328"/>
                  </a:lnTo>
                  <a:lnTo>
                    <a:pt x="456343" y="338328"/>
                  </a:lnTo>
                  <a:lnTo>
                    <a:pt x="456343" y="452628"/>
                  </a:lnTo>
                  <a:close/>
                  <a:moveTo>
                    <a:pt x="152019" y="338328"/>
                  </a:moveTo>
                  <a:lnTo>
                    <a:pt x="152019" y="452628"/>
                  </a:lnTo>
                  <a:lnTo>
                    <a:pt x="35052" y="452628"/>
                  </a:lnTo>
                  <a:lnTo>
                    <a:pt x="35052" y="338328"/>
                  </a:lnTo>
                  <a:lnTo>
                    <a:pt x="152019" y="338328"/>
                  </a:lnTo>
                  <a:close/>
                  <a:moveTo>
                    <a:pt x="339471" y="603504"/>
                  </a:moveTo>
                  <a:lnTo>
                    <a:pt x="339471" y="489204"/>
                  </a:lnTo>
                  <a:lnTo>
                    <a:pt x="456343" y="489204"/>
                  </a:lnTo>
                  <a:lnTo>
                    <a:pt x="456343" y="603504"/>
                  </a:lnTo>
                  <a:lnTo>
                    <a:pt x="339471" y="603504"/>
                  </a:lnTo>
                  <a:close/>
                  <a:moveTo>
                    <a:pt x="492062" y="452628"/>
                  </a:moveTo>
                  <a:lnTo>
                    <a:pt x="492062" y="338328"/>
                  </a:lnTo>
                  <a:lnTo>
                    <a:pt x="608743" y="338328"/>
                  </a:lnTo>
                  <a:lnTo>
                    <a:pt x="608743" y="452628"/>
                  </a:lnTo>
                  <a:lnTo>
                    <a:pt x="492062" y="452628"/>
                  </a:lnTo>
                  <a:close/>
                  <a:moveTo>
                    <a:pt x="492062" y="301752"/>
                  </a:moveTo>
                  <a:lnTo>
                    <a:pt x="492062" y="187452"/>
                  </a:lnTo>
                  <a:lnTo>
                    <a:pt x="608743" y="187452"/>
                  </a:lnTo>
                  <a:lnTo>
                    <a:pt x="608743" y="301752"/>
                  </a:lnTo>
                  <a:lnTo>
                    <a:pt x="492062" y="301752"/>
                  </a:lnTo>
                  <a:close/>
                  <a:moveTo>
                    <a:pt x="456343" y="301752"/>
                  </a:moveTo>
                  <a:lnTo>
                    <a:pt x="339471" y="301752"/>
                  </a:lnTo>
                  <a:lnTo>
                    <a:pt x="339471" y="187452"/>
                  </a:lnTo>
                  <a:lnTo>
                    <a:pt x="456343" y="187452"/>
                  </a:lnTo>
                  <a:lnTo>
                    <a:pt x="456343" y="301752"/>
                  </a:lnTo>
                  <a:close/>
                  <a:moveTo>
                    <a:pt x="304038" y="150876"/>
                  </a:moveTo>
                  <a:lnTo>
                    <a:pt x="187452" y="150876"/>
                  </a:lnTo>
                  <a:lnTo>
                    <a:pt x="187452" y="35052"/>
                  </a:lnTo>
                  <a:lnTo>
                    <a:pt x="304038" y="35052"/>
                  </a:lnTo>
                  <a:lnTo>
                    <a:pt x="304038" y="150876"/>
                  </a:lnTo>
                  <a:close/>
                  <a:moveTo>
                    <a:pt x="152019" y="187452"/>
                  </a:moveTo>
                  <a:lnTo>
                    <a:pt x="152019" y="301752"/>
                  </a:lnTo>
                  <a:lnTo>
                    <a:pt x="35052" y="301752"/>
                  </a:lnTo>
                  <a:lnTo>
                    <a:pt x="35052" y="187452"/>
                  </a:lnTo>
                  <a:lnTo>
                    <a:pt x="152019" y="187452"/>
                  </a:lnTo>
                  <a:close/>
                  <a:moveTo>
                    <a:pt x="35052" y="489204"/>
                  </a:moveTo>
                  <a:lnTo>
                    <a:pt x="152019" y="489204"/>
                  </a:lnTo>
                  <a:lnTo>
                    <a:pt x="152019" y="603504"/>
                  </a:lnTo>
                  <a:lnTo>
                    <a:pt x="35052" y="603504"/>
                  </a:lnTo>
                  <a:lnTo>
                    <a:pt x="35052" y="489204"/>
                  </a:lnTo>
                  <a:close/>
                  <a:moveTo>
                    <a:pt x="187452" y="640080"/>
                  </a:moveTo>
                  <a:lnTo>
                    <a:pt x="304038" y="640080"/>
                  </a:lnTo>
                  <a:lnTo>
                    <a:pt x="304038" y="755904"/>
                  </a:lnTo>
                  <a:lnTo>
                    <a:pt x="187452" y="755904"/>
                  </a:lnTo>
                  <a:lnTo>
                    <a:pt x="187452" y="640080"/>
                  </a:lnTo>
                  <a:close/>
                  <a:moveTo>
                    <a:pt x="492062" y="603504"/>
                  </a:moveTo>
                  <a:lnTo>
                    <a:pt x="492062" y="489204"/>
                  </a:lnTo>
                  <a:lnTo>
                    <a:pt x="608743" y="489204"/>
                  </a:lnTo>
                  <a:lnTo>
                    <a:pt x="608743" y="603504"/>
                  </a:lnTo>
                  <a:lnTo>
                    <a:pt x="492062" y="603504"/>
                  </a:lnTo>
                  <a:close/>
                  <a:moveTo>
                    <a:pt x="608743" y="35052"/>
                  </a:moveTo>
                  <a:lnTo>
                    <a:pt x="608743" y="150876"/>
                  </a:lnTo>
                  <a:lnTo>
                    <a:pt x="492062" y="150876"/>
                  </a:lnTo>
                  <a:lnTo>
                    <a:pt x="492062" y="35052"/>
                  </a:lnTo>
                  <a:lnTo>
                    <a:pt x="608743" y="35052"/>
                  </a:lnTo>
                  <a:close/>
                  <a:moveTo>
                    <a:pt x="456343" y="150876"/>
                  </a:moveTo>
                  <a:lnTo>
                    <a:pt x="339471" y="150876"/>
                  </a:lnTo>
                  <a:lnTo>
                    <a:pt x="339471" y="35052"/>
                  </a:lnTo>
                  <a:lnTo>
                    <a:pt x="456343" y="35052"/>
                  </a:lnTo>
                  <a:lnTo>
                    <a:pt x="456343" y="150876"/>
                  </a:lnTo>
                  <a:close/>
                  <a:moveTo>
                    <a:pt x="152019" y="35052"/>
                  </a:moveTo>
                  <a:lnTo>
                    <a:pt x="152019" y="150876"/>
                  </a:lnTo>
                  <a:lnTo>
                    <a:pt x="35052" y="150876"/>
                  </a:lnTo>
                  <a:lnTo>
                    <a:pt x="35052" y="35052"/>
                  </a:lnTo>
                  <a:lnTo>
                    <a:pt x="152019" y="35052"/>
                  </a:lnTo>
                  <a:close/>
                  <a:moveTo>
                    <a:pt x="35052" y="640080"/>
                  </a:moveTo>
                  <a:lnTo>
                    <a:pt x="152019" y="640080"/>
                  </a:lnTo>
                  <a:lnTo>
                    <a:pt x="152019" y="755904"/>
                  </a:lnTo>
                  <a:lnTo>
                    <a:pt x="35052" y="755904"/>
                  </a:lnTo>
                  <a:lnTo>
                    <a:pt x="35052" y="640080"/>
                  </a:lnTo>
                  <a:close/>
                  <a:moveTo>
                    <a:pt x="339471" y="755999"/>
                  </a:moveTo>
                  <a:lnTo>
                    <a:pt x="339471" y="640175"/>
                  </a:lnTo>
                  <a:lnTo>
                    <a:pt x="456343" y="640175"/>
                  </a:lnTo>
                  <a:lnTo>
                    <a:pt x="456343" y="755999"/>
                  </a:lnTo>
                  <a:lnTo>
                    <a:pt x="339471" y="755999"/>
                  </a:lnTo>
                  <a:close/>
                  <a:moveTo>
                    <a:pt x="492062" y="755999"/>
                  </a:moveTo>
                  <a:lnTo>
                    <a:pt x="492062" y="640175"/>
                  </a:lnTo>
                  <a:lnTo>
                    <a:pt x="608743" y="640175"/>
                  </a:lnTo>
                  <a:lnTo>
                    <a:pt x="608743" y="755999"/>
                  </a:lnTo>
                  <a:lnTo>
                    <a:pt x="492062" y="75599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84" name="Google Shape;284;p38" title="Screenshot 2025-12-09 at 4.36.45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96025" y="3035650"/>
            <a:ext cx="2347975" cy="2006901"/>
          </a:xfrm>
          <a:prstGeom prst="rect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85" name="Google Shape;285;p38" title="Screenshot 2025-12-09 at 6.27.18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4051" y="1069375"/>
            <a:ext cx="2347975" cy="1966273"/>
          </a:xfrm>
          <a:prstGeom prst="rect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9"/>
          <p:cNvSpPr txBox="1">
            <a:spLocks noGrp="1"/>
          </p:cNvSpPr>
          <p:nvPr>
            <p:ph type="title"/>
          </p:nvPr>
        </p:nvSpPr>
        <p:spPr>
          <a:xfrm>
            <a:off x="1221938" y="627225"/>
            <a:ext cx="7347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Generosity Is Continuous, Not Categorical</a:t>
            </a:r>
            <a:endParaRPr/>
          </a:p>
        </p:txBody>
      </p:sp>
      <p:sp>
        <p:nvSpPr>
          <p:cNvPr id="291" name="Google Shape;291;p39"/>
          <p:cNvSpPr txBox="1">
            <a:spLocks noGrp="1"/>
          </p:cNvSpPr>
          <p:nvPr>
            <p:ph type="body" idx="3"/>
          </p:nvPr>
        </p:nvSpPr>
        <p:spPr>
          <a:xfrm>
            <a:off x="479800" y="2063100"/>
            <a:ext cx="3896100" cy="233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SNAP generosity varies in </a:t>
            </a:r>
            <a:r>
              <a:rPr lang="en" sz="11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continuous, overlapping ways</a:t>
            </a:r>
            <a:r>
              <a:rPr lang="en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not discrete Low/Moderate/High categories</a:t>
            </a:r>
            <a:br>
              <a:rPr lang="en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Economic, demographic, and policy environments influence generosity, but </a:t>
            </a:r>
            <a:r>
              <a:rPr lang="en" sz="11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 in separable clusters</a:t>
            </a:r>
            <a:br>
              <a:rPr lang="en" sz="11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models struggled because the categories don’t reflect real structure in the predictors</a:t>
            </a:r>
            <a:br>
              <a:rPr lang="en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000">
              <a:solidFill>
                <a:srgbClr val="2D3538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sz="1000"/>
          </a:p>
        </p:txBody>
      </p:sp>
      <p:grpSp>
        <p:nvGrpSpPr>
          <p:cNvPr id="292" name="Google Shape;292;p39"/>
          <p:cNvGrpSpPr/>
          <p:nvPr/>
        </p:nvGrpSpPr>
        <p:grpSpPr>
          <a:xfrm>
            <a:off x="492990" y="375897"/>
            <a:ext cx="367011" cy="538406"/>
            <a:chOff x="2870930" y="2845974"/>
            <a:chExt cx="851534" cy="1249203"/>
          </a:xfrm>
        </p:grpSpPr>
        <p:sp>
          <p:nvSpPr>
            <p:cNvPr id="293" name="Google Shape;293;p39"/>
            <p:cNvSpPr/>
            <p:nvPr/>
          </p:nvSpPr>
          <p:spPr>
            <a:xfrm>
              <a:off x="2870930" y="2845974"/>
              <a:ext cx="851534" cy="1249203"/>
            </a:xfrm>
            <a:custGeom>
              <a:avLst/>
              <a:gdLst/>
              <a:ahLst/>
              <a:cxnLst/>
              <a:rect l="l" t="t" r="r" b="b"/>
              <a:pathLst>
                <a:path w="851534" h="1249203" extrusionOk="0">
                  <a:moveTo>
                    <a:pt x="834009" y="395478"/>
                  </a:moveTo>
                  <a:cubicBezTo>
                    <a:pt x="843725" y="395478"/>
                    <a:pt x="851535" y="387668"/>
                    <a:pt x="851535" y="377952"/>
                  </a:cubicBezTo>
                  <a:lnTo>
                    <a:pt x="851535" y="95822"/>
                  </a:lnTo>
                  <a:cubicBezTo>
                    <a:pt x="851535" y="42958"/>
                    <a:pt x="808577" y="0"/>
                    <a:pt x="755809" y="0"/>
                  </a:cubicBezTo>
                  <a:lnTo>
                    <a:pt x="95726" y="0"/>
                  </a:lnTo>
                  <a:cubicBezTo>
                    <a:pt x="42863" y="0"/>
                    <a:pt x="0" y="42958"/>
                    <a:pt x="0" y="95822"/>
                  </a:cubicBezTo>
                  <a:lnTo>
                    <a:pt x="0" y="1153382"/>
                  </a:lnTo>
                  <a:cubicBezTo>
                    <a:pt x="0" y="1206246"/>
                    <a:pt x="42958" y="1249204"/>
                    <a:pt x="95726" y="1249204"/>
                  </a:cubicBezTo>
                  <a:lnTo>
                    <a:pt x="755714" y="1249204"/>
                  </a:lnTo>
                  <a:cubicBezTo>
                    <a:pt x="808577" y="1249204"/>
                    <a:pt x="851440" y="1206246"/>
                    <a:pt x="851440" y="1153382"/>
                  </a:cubicBezTo>
                  <a:lnTo>
                    <a:pt x="851440" y="500729"/>
                  </a:lnTo>
                  <a:cubicBezTo>
                    <a:pt x="851440" y="491014"/>
                    <a:pt x="843629" y="483203"/>
                    <a:pt x="833914" y="483203"/>
                  </a:cubicBezTo>
                  <a:cubicBezTo>
                    <a:pt x="824198" y="483203"/>
                    <a:pt x="816388" y="491014"/>
                    <a:pt x="816388" y="500729"/>
                  </a:cubicBezTo>
                  <a:lnTo>
                    <a:pt x="816388" y="1153382"/>
                  </a:lnTo>
                  <a:cubicBezTo>
                    <a:pt x="816388" y="1186910"/>
                    <a:pt x="789051" y="1214247"/>
                    <a:pt x="755618" y="1214247"/>
                  </a:cubicBezTo>
                  <a:lnTo>
                    <a:pt x="95726" y="1214247"/>
                  </a:lnTo>
                  <a:cubicBezTo>
                    <a:pt x="62294" y="1214247"/>
                    <a:pt x="34957" y="1186910"/>
                    <a:pt x="34957" y="1153382"/>
                  </a:cubicBezTo>
                  <a:lnTo>
                    <a:pt x="34957" y="95822"/>
                  </a:lnTo>
                  <a:cubicBezTo>
                    <a:pt x="34957" y="62294"/>
                    <a:pt x="62294" y="34957"/>
                    <a:pt x="95726" y="34957"/>
                  </a:cubicBezTo>
                  <a:lnTo>
                    <a:pt x="755714" y="34957"/>
                  </a:lnTo>
                  <a:cubicBezTo>
                    <a:pt x="789146" y="34957"/>
                    <a:pt x="816483" y="62294"/>
                    <a:pt x="816483" y="95822"/>
                  </a:cubicBezTo>
                  <a:lnTo>
                    <a:pt x="816483" y="377952"/>
                  </a:lnTo>
                  <a:cubicBezTo>
                    <a:pt x="816483" y="387572"/>
                    <a:pt x="824294" y="395478"/>
                    <a:pt x="834009" y="39547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" name="Google Shape;294;p39"/>
            <p:cNvSpPr/>
            <p:nvPr/>
          </p:nvSpPr>
          <p:spPr>
            <a:xfrm>
              <a:off x="2971418" y="2943129"/>
              <a:ext cx="650462" cy="224027"/>
            </a:xfrm>
            <a:custGeom>
              <a:avLst/>
              <a:gdLst/>
              <a:ahLst/>
              <a:cxnLst/>
              <a:rect l="l" t="t" r="r" b="b"/>
              <a:pathLst>
                <a:path w="650462" h="224027" extrusionOk="0">
                  <a:moveTo>
                    <a:pt x="650367" y="17526"/>
                  </a:moveTo>
                  <a:cubicBezTo>
                    <a:pt x="650367" y="7810"/>
                    <a:pt x="642557" y="0"/>
                    <a:pt x="632841" y="0"/>
                  </a:cubicBezTo>
                  <a:lnTo>
                    <a:pt x="17526" y="0"/>
                  </a:lnTo>
                  <a:cubicBezTo>
                    <a:pt x="7811" y="0"/>
                    <a:pt x="0" y="7810"/>
                    <a:pt x="0" y="17526"/>
                  </a:cubicBezTo>
                  <a:lnTo>
                    <a:pt x="0" y="206502"/>
                  </a:lnTo>
                  <a:cubicBezTo>
                    <a:pt x="0" y="216217"/>
                    <a:pt x="7811" y="224028"/>
                    <a:pt x="17526" y="224028"/>
                  </a:cubicBezTo>
                  <a:lnTo>
                    <a:pt x="632936" y="224028"/>
                  </a:lnTo>
                  <a:cubicBezTo>
                    <a:pt x="642652" y="224028"/>
                    <a:pt x="650462" y="216217"/>
                    <a:pt x="650462" y="206502"/>
                  </a:cubicBezTo>
                  <a:lnTo>
                    <a:pt x="650462" y="17526"/>
                  </a:lnTo>
                  <a:close/>
                  <a:moveTo>
                    <a:pt x="615410" y="188881"/>
                  </a:moveTo>
                  <a:lnTo>
                    <a:pt x="35052" y="188881"/>
                  </a:lnTo>
                  <a:lnTo>
                    <a:pt x="35052" y="35052"/>
                  </a:lnTo>
                  <a:lnTo>
                    <a:pt x="615410" y="35052"/>
                  </a:lnTo>
                  <a:lnTo>
                    <a:pt x="615410" y="18888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" name="Google Shape;295;p39"/>
            <p:cNvSpPr/>
            <p:nvPr/>
          </p:nvSpPr>
          <p:spPr>
            <a:xfrm>
              <a:off x="2974847" y="3205924"/>
              <a:ext cx="643414" cy="790955"/>
            </a:xfrm>
            <a:custGeom>
              <a:avLst/>
              <a:gdLst/>
              <a:ahLst/>
              <a:cxnLst/>
              <a:rect l="l" t="t" r="r" b="b"/>
              <a:pathLst>
                <a:path w="643414" h="790955" extrusionOk="0">
                  <a:moveTo>
                    <a:pt x="626174" y="0"/>
                  </a:moveTo>
                  <a:lnTo>
                    <a:pt x="474726" y="0"/>
                  </a:lnTo>
                  <a:cubicBezTo>
                    <a:pt x="474631" y="0"/>
                    <a:pt x="474536" y="0"/>
                    <a:pt x="474440" y="0"/>
                  </a:cubicBezTo>
                  <a:cubicBezTo>
                    <a:pt x="474345" y="0"/>
                    <a:pt x="474250" y="0"/>
                    <a:pt x="474155" y="0"/>
                  </a:cubicBezTo>
                  <a:lnTo>
                    <a:pt x="321945" y="0"/>
                  </a:lnTo>
                  <a:lnTo>
                    <a:pt x="321564" y="0"/>
                  </a:lnTo>
                  <a:lnTo>
                    <a:pt x="169926" y="0"/>
                  </a:lnTo>
                  <a:lnTo>
                    <a:pt x="169545" y="0"/>
                  </a:lnTo>
                  <a:lnTo>
                    <a:pt x="17526" y="0"/>
                  </a:lnTo>
                  <a:cubicBezTo>
                    <a:pt x="7810" y="0"/>
                    <a:pt x="0" y="7810"/>
                    <a:pt x="0" y="17526"/>
                  </a:cubicBezTo>
                  <a:lnTo>
                    <a:pt x="0" y="168402"/>
                  </a:lnTo>
                  <a:lnTo>
                    <a:pt x="0" y="169926"/>
                  </a:lnTo>
                  <a:lnTo>
                    <a:pt x="0" y="319278"/>
                  </a:lnTo>
                  <a:lnTo>
                    <a:pt x="0" y="320802"/>
                  </a:lnTo>
                  <a:lnTo>
                    <a:pt x="0" y="470154"/>
                  </a:lnTo>
                  <a:lnTo>
                    <a:pt x="0" y="471678"/>
                  </a:lnTo>
                  <a:lnTo>
                    <a:pt x="0" y="621030"/>
                  </a:lnTo>
                  <a:lnTo>
                    <a:pt x="0" y="622554"/>
                  </a:lnTo>
                  <a:lnTo>
                    <a:pt x="0" y="773430"/>
                  </a:lnTo>
                  <a:cubicBezTo>
                    <a:pt x="0" y="783145"/>
                    <a:pt x="7810" y="790956"/>
                    <a:pt x="17526" y="790956"/>
                  </a:cubicBezTo>
                  <a:lnTo>
                    <a:pt x="169545" y="790956"/>
                  </a:lnTo>
                  <a:lnTo>
                    <a:pt x="169926" y="790956"/>
                  </a:lnTo>
                  <a:lnTo>
                    <a:pt x="321564" y="790956"/>
                  </a:lnTo>
                  <a:lnTo>
                    <a:pt x="321945" y="790956"/>
                  </a:lnTo>
                  <a:lnTo>
                    <a:pt x="473964" y="790956"/>
                  </a:lnTo>
                  <a:cubicBezTo>
                    <a:pt x="474059" y="790956"/>
                    <a:pt x="474155" y="790956"/>
                    <a:pt x="474250" y="790956"/>
                  </a:cubicBezTo>
                  <a:cubicBezTo>
                    <a:pt x="474345" y="790956"/>
                    <a:pt x="474440" y="790956"/>
                    <a:pt x="474536" y="790956"/>
                  </a:cubicBezTo>
                  <a:lnTo>
                    <a:pt x="625983" y="790956"/>
                  </a:lnTo>
                  <a:cubicBezTo>
                    <a:pt x="635603" y="790956"/>
                    <a:pt x="643414" y="783145"/>
                    <a:pt x="643414" y="773430"/>
                  </a:cubicBezTo>
                  <a:lnTo>
                    <a:pt x="643414" y="622554"/>
                  </a:lnTo>
                  <a:lnTo>
                    <a:pt x="643414" y="621030"/>
                  </a:lnTo>
                  <a:lnTo>
                    <a:pt x="643414" y="471678"/>
                  </a:lnTo>
                  <a:lnTo>
                    <a:pt x="643414" y="470154"/>
                  </a:lnTo>
                  <a:lnTo>
                    <a:pt x="643414" y="320802"/>
                  </a:lnTo>
                  <a:lnTo>
                    <a:pt x="643414" y="319278"/>
                  </a:lnTo>
                  <a:lnTo>
                    <a:pt x="643414" y="169926"/>
                  </a:lnTo>
                  <a:lnTo>
                    <a:pt x="643414" y="168402"/>
                  </a:lnTo>
                  <a:lnTo>
                    <a:pt x="643414" y="17526"/>
                  </a:lnTo>
                  <a:cubicBezTo>
                    <a:pt x="643509" y="7906"/>
                    <a:pt x="635794" y="0"/>
                    <a:pt x="626174" y="0"/>
                  </a:cubicBezTo>
                  <a:close/>
                  <a:moveTo>
                    <a:pt x="304038" y="338328"/>
                  </a:moveTo>
                  <a:lnTo>
                    <a:pt x="304038" y="452628"/>
                  </a:lnTo>
                  <a:lnTo>
                    <a:pt x="187452" y="452628"/>
                  </a:lnTo>
                  <a:lnTo>
                    <a:pt x="187452" y="338328"/>
                  </a:lnTo>
                  <a:lnTo>
                    <a:pt x="304038" y="338328"/>
                  </a:lnTo>
                  <a:close/>
                  <a:moveTo>
                    <a:pt x="304038" y="187452"/>
                  </a:moveTo>
                  <a:lnTo>
                    <a:pt x="304038" y="301752"/>
                  </a:lnTo>
                  <a:lnTo>
                    <a:pt x="187452" y="301752"/>
                  </a:lnTo>
                  <a:lnTo>
                    <a:pt x="187452" y="187452"/>
                  </a:lnTo>
                  <a:lnTo>
                    <a:pt x="304038" y="187452"/>
                  </a:lnTo>
                  <a:close/>
                  <a:moveTo>
                    <a:pt x="187452" y="603504"/>
                  </a:moveTo>
                  <a:lnTo>
                    <a:pt x="187452" y="489204"/>
                  </a:lnTo>
                  <a:lnTo>
                    <a:pt x="304038" y="489204"/>
                  </a:lnTo>
                  <a:lnTo>
                    <a:pt x="304038" y="603504"/>
                  </a:lnTo>
                  <a:lnTo>
                    <a:pt x="187452" y="603504"/>
                  </a:lnTo>
                  <a:close/>
                  <a:moveTo>
                    <a:pt x="456343" y="452628"/>
                  </a:moveTo>
                  <a:lnTo>
                    <a:pt x="339471" y="452628"/>
                  </a:lnTo>
                  <a:lnTo>
                    <a:pt x="339471" y="338328"/>
                  </a:lnTo>
                  <a:lnTo>
                    <a:pt x="456343" y="338328"/>
                  </a:lnTo>
                  <a:lnTo>
                    <a:pt x="456343" y="452628"/>
                  </a:lnTo>
                  <a:close/>
                  <a:moveTo>
                    <a:pt x="152019" y="338328"/>
                  </a:moveTo>
                  <a:lnTo>
                    <a:pt x="152019" y="452628"/>
                  </a:lnTo>
                  <a:lnTo>
                    <a:pt x="35052" y="452628"/>
                  </a:lnTo>
                  <a:lnTo>
                    <a:pt x="35052" y="338328"/>
                  </a:lnTo>
                  <a:lnTo>
                    <a:pt x="152019" y="338328"/>
                  </a:lnTo>
                  <a:close/>
                  <a:moveTo>
                    <a:pt x="339471" y="603504"/>
                  </a:moveTo>
                  <a:lnTo>
                    <a:pt x="339471" y="489204"/>
                  </a:lnTo>
                  <a:lnTo>
                    <a:pt x="456343" y="489204"/>
                  </a:lnTo>
                  <a:lnTo>
                    <a:pt x="456343" y="603504"/>
                  </a:lnTo>
                  <a:lnTo>
                    <a:pt x="339471" y="603504"/>
                  </a:lnTo>
                  <a:close/>
                  <a:moveTo>
                    <a:pt x="492062" y="452628"/>
                  </a:moveTo>
                  <a:lnTo>
                    <a:pt x="492062" y="338328"/>
                  </a:lnTo>
                  <a:lnTo>
                    <a:pt x="608743" y="338328"/>
                  </a:lnTo>
                  <a:lnTo>
                    <a:pt x="608743" y="452628"/>
                  </a:lnTo>
                  <a:lnTo>
                    <a:pt x="492062" y="452628"/>
                  </a:lnTo>
                  <a:close/>
                  <a:moveTo>
                    <a:pt x="492062" y="301752"/>
                  </a:moveTo>
                  <a:lnTo>
                    <a:pt x="492062" y="187452"/>
                  </a:lnTo>
                  <a:lnTo>
                    <a:pt x="608743" y="187452"/>
                  </a:lnTo>
                  <a:lnTo>
                    <a:pt x="608743" y="301752"/>
                  </a:lnTo>
                  <a:lnTo>
                    <a:pt x="492062" y="301752"/>
                  </a:lnTo>
                  <a:close/>
                  <a:moveTo>
                    <a:pt x="456343" y="301752"/>
                  </a:moveTo>
                  <a:lnTo>
                    <a:pt x="339471" y="301752"/>
                  </a:lnTo>
                  <a:lnTo>
                    <a:pt x="339471" y="187452"/>
                  </a:lnTo>
                  <a:lnTo>
                    <a:pt x="456343" y="187452"/>
                  </a:lnTo>
                  <a:lnTo>
                    <a:pt x="456343" y="301752"/>
                  </a:lnTo>
                  <a:close/>
                  <a:moveTo>
                    <a:pt x="304038" y="150876"/>
                  </a:moveTo>
                  <a:lnTo>
                    <a:pt x="187452" y="150876"/>
                  </a:lnTo>
                  <a:lnTo>
                    <a:pt x="187452" y="35052"/>
                  </a:lnTo>
                  <a:lnTo>
                    <a:pt x="304038" y="35052"/>
                  </a:lnTo>
                  <a:lnTo>
                    <a:pt x="304038" y="150876"/>
                  </a:lnTo>
                  <a:close/>
                  <a:moveTo>
                    <a:pt x="152019" y="187452"/>
                  </a:moveTo>
                  <a:lnTo>
                    <a:pt x="152019" y="301752"/>
                  </a:lnTo>
                  <a:lnTo>
                    <a:pt x="35052" y="301752"/>
                  </a:lnTo>
                  <a:lnTo>
                    <a:pt x="35052" y="187452"/>
                  </a:lnTo>
                  <a:lnTo>
                    <a:pt x="152019" y="187452"/>
                  </a:lnTo>
                  <a:close/>
                  <a:moveTo>
                    <a:pt x="35052" y="489204"/>
                  </a:moveTo>
                  <a:lnTo>
                    <a:pt x="152019" y="489204"/>
                  </a:lnTo>
                  <a:lnTo>
                    <a:pt x="152019" y="603504"/>
                  </a:lnTo>
                  <a:lnTo>
                    <a:pt x="35052" y="603504"/>
                  </a:lnTo>
                  <a:lnTo>
                    <a:pt x="35052" y="489204"/>
                  </a:lnTo>
                  <a:close/>
                  <a:moveTo>
                    <a:pt x="187452" y="640080"/>
                  </a:moveTo>
                  <a:lnTo>
                    <a:pt x="304038" y="640080"/>
                  </a:lnTo>
                  <a:lnTo>
                    <a:pt x="304038" y="755904"/>
                  </a:lnTo>
                  <a:lnTo>
                    <a:pt x="187452" y="755904"/>
                  </a:lnTo>
                  <a:lnTo>
                    <a:pt x="187452" y="640080"/>
                  </a:lnTo>
                  <a:close/>
                  <a:moveTo>
                    <a:pt x="492062" y="603504"/>
                  </a:moveTo>
                  <a:lnTo>
                    <a:pt x="492062" y="489204"/>
                  </a:lnTo>
                  <a:lnTo>
                    <a:pt x="608743" y="489204"/>
                  </a:lnTo>
                  <a:lnTo>
                    <a:pt x="608743" y="603504"/>
                  </a:lnTo>
                  <a:lnTo>
                    <a:pt x="492062" y="603504"/>
                  </a:lnTo>
                  <a:close/>
                  <a:moveTo>
                    <a:pt x="608743" y="35052"/>
                  </a:moveTo>
                  <a:lnTo>
                    <a:pt x="608743" y="150876"/>
                  </a:lnTo>
                  <a:lnTo>
                    <a:pt x="492062" y="150876"/>
                  </a:lnTo>
                  <a:lnTo>
                    <a:pt x="492062" y="35052"/>
                  </a:lnTo>
                  <a:lnTo>
                    <a:pt x="608743" y="35052"/>
                  </a:lnTo>
                  <a:close/>
                  <a:moveTo>
                    <a:pt x="456343" y="150876"/>
                  </a:moveTo>
                  <a:lnTo>
                    <a:pt x="339471" y="150876"/>
                  </a:lnTo>
                  <a:lnTo>
                    <a:pt x="339471" y="35052"/>
                  </a:lnTo>
                  <a:lnTo>
                    <a:pt x="456343" y="35052"/>
                  </a:lnTo>
                  <a:lnTo>
                    <a:pt x="456343" y="150876"/>
                  </a:lnTo>
                  <a:close/>
                  <a:moveTo>
                    <a:pt x="152019" y="35052"/>
                  </a:moveTo>
                  <a:lnTo>
                    <a:pt x="152019" y="150876"/>
                  </a:lnTo>
                  <a:lnTo>
                    <a:pt x="35052" y="150876"/>
                  </a:lnTo>
                  <a:lnTo>
                    <a:pt x="35052" y="35052"/>
                  </a:lnTo>
                  <a:lnTo>
                    <a:pt x="152019" y="35052"/>
                  </a:lnTo>
                  <a:close/>
                  <a:moveTo>
                    <a:pt x="35052" y="640080"/>
                  </a:moveTo>
                  <a:lnTo>
                    <a:pt x="152019" y="640080"/>
                  </a:lnTo>
                  <a:lnTo>
                    <a:pt x="152019" y="755904"/>
                  </a:lnTo>
                  <a:lnTo>
                    <a:pt x="35052" y="755904"/>
                  </a:lnTo>
                  <a:lnTo>
                    <a:pt x="35052" y="640080"/>
                  </a:lnTo>
                  <a:close/>
                  <a:moveTo>
                    <a:pt x="339471" y="755999"/>
                  </a:moveTo>
                  <a:lnTo>
                    <a:pt x="339471" y="640175"/>
                  </a:lnTo>
                  <a:lnTo>
                    <a:pt x="456343" y="640175"/>
                  </a:lnTo>
                  <a:lnTo>
                    <a:pt x="456343" y="755999"/>
                  </a:lnTo>
                  <a:lnTo>
                    <a:pt x="339471" y="755999"/>
                  </a:lnTo>
                  <a:close/>
                  <a:moveTo>
                    <a:pt x="492062" y="755999"/>
                  </a:moveTo>
                  <a:lnTo>
                    <a:pt x="492062" y="640175"/>
                  </a:lnTo>
                  <a:lnTo>
                    <a:pt x="608743" y="640175"/>
                  </a:lnTo>
                  <a:lnTo>
                    <a:pt x="608743" y="755999"/>
                  </a:lnTo>
                  <a:lnTo>
                    <a:pt x="492062" y="75599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96" name="Google Shape;296;p39" title="Screenshot 2025-12-08 at 2.04.16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66037" y="3100925"/>
            <a:ext cx="1947525" cy="1950950"/>
          </a:xfrm>
          <a:prstGeom prst="rect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97" name="Google Shape;297;p39" title="Screenshot 2025-12-09 at 5.33.49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75703" y="1409250"/>
            <a:ext cx="3896122" cy="1479550"/>
          </a:xfrm>
          <a:prstGeom prst="rect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98" name="Google Shape;298;p39" title="Screenshot 2025-12-09 at 5.46.56 A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65962" y="3041200"/>
            <a:ext cx="2125639" cy="1762348"/>
          </a:xfrm>
          <a:prstGeom prst="rect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40"/>
          <p:cNvSpPr txBox="1">
            <a:spLocks noGrp="1"/>
          </p:cNvSpPr>
          <p:nvPr>
            <p:ph type="title"/>
          </p:nvPr>
        </p:nvSpPr>
        <p:spPr>
          <a:xfrm>
            <a:off x="1221938" y="627225"/>
            <a:ext cx="7347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Exactly Predicts Snap Generosity? </a:t>
            </a:r>
            <a:endParaRPr/>
          </a:p>
        </p:txBody>
      </p:sp>
      <p:sp>
        <p:nvSpPr>
          <p:cNvPr id="304" name="Google Shape;304;p40"/>
          <p:cNvSpPr txBox="1">
            <a:spLocks noGrp="1"/>
          </p:cNvSpPr>
          <p:nvPr>
            <p:ph type="body" idx="3"/>
          </p:nvPr>
        </p:nvSpPr>
        <p:spPr>
          <a:xfrm>
            <a:off x="493000" y="1898850"/>
            <a:ext cx="4194900" cy="172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115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lang="en" sz="1300" b="1">
                <a:solidFill>
                  <a:srgbClr val="2D3538"/>
                </a:solidFill>
                <a:latin typeface="Lato"/>
                <a:ea typeface="Lato"/>
                <a:cs typeface="Lato"/>
                <a:sym typeface="Lato"/>
              </a:rPr>
              <a:t>Even with regularization, the model performed poorly — the test R² was negative, meaning it did worse than predicting the average benefit.</a:t>
            </a:r>
            <a:endParaRPr sz="1300" b="1">
              <a:solidFill>
                <a:srgbClr val="2D3538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11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lang="en" sz="1300" b="1">
                <a:solidFill>
                  <a:srgbClr val="2D3538"/>
                </a:solidFill>
                <a:latin typeface="Lato"/>
                <a:ea typeface="Lato"/>
                <a:cs typeface="Lato"/>
                <a:sym typeface="Lato"/>
              </a:rPr>
              <a:t>Lasso and Ridge made the model more stable by shrinking coefficients and reducing noise.</a:t>
            </a:r>
            <a:endParaRPr sz="1300" b="1">
              <a:solidFill>
                <a:srgbClr val="2D3538"/>
              </a:solidFill>
              <a:latin typeface="Lato"/>
              <a:ea typeface="Lato"/>
              <a:cs typeface="Lato"/>
              <a:sym typeface="Lato"/>
            </a:endParaRPr>
          </a:p>
          <a:p>
            <a:pPr marL="914400" lvl="1" indent="-311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D3538"/>
              </a:buClr>
              <a:buSzPts val="1300"/>
              <a:buFont typeface="Lato"/>
              <a:buAutoNum type="alphaLcPeriod"/>
            </a:pPr>
            <a:r>
              <a:rPr lang="en" sz="1300" b="1">
                <a:solidFill>
                  <a:srgbClr val="2D3538"/>
                </a:solidFill>
                <a:latin typeface="Lato"/>
                <a:ea typeface="Lato"/>
                <a:cs typeface="Lato"/>
                <a:sym typeface="Lato"/>
              </a:rPr>
              <a:t>Reduced RMSE</a:t>
            </a:r>
            <a:endParaRPr sz="1300" b="1">
              <a:solidFill>
                <a:srgbClr val="2D3538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11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lang="en" sz="1300" b="1">
                <a:solidFill>
                  <a:srgbClr val="2D3538"/>
                </a:solidFill>
                <a:latin typeface="Lato"/>
                <a:ea typeface="Lato"/>
                <a:cs typeface="Lato"/>
                <a:sym typeface="Lato"/>
              </a:rPr>
              <a:t>But R² stayed negative, showing there’s no strong linear relationship in the predictors.</a:t>
            </a:r>
            <a:endParaRPr sz="1300" b="1">
              <a:solidFill>
                <a:srgbClr val="2D3538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11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lang="en" sz="1300" b="1">
                <a:solidFill>
                  <a:srgbClr val="2D3538"/>
                </a:solidFill>
                <a:latin typeface="Lato"/>
                <a:ea typeface="Lato"/>
                <a:cs typeface="Lato"/>
                <a:sym typeface="Lato"/>
              </a:rPr>
              <a:t>SNAP generosity likely follows nonlinear, overlapping patterns that linear regression can’t capture.</a:t>
            </a:r>
            <a:endParaRPr sz="1300" b="1">
              <a:solidFill>
                <a:srgbClr val="2D3538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05" name="Google Shape;305;p40"/>
          <p:cNvSpPr txBox="1">
            <a:spLocks noGrp="1"/>
          </p:cNvSpPr>
          <p:nvPr>
            <p:ph type="subTitle" idx="1"/>
          </p:nvPr>
        </p:nvSpPr>
        <p:spPr>
          <a:xfrm>
            <a:off x="627251" y="1566177"/>
            <a:ext cx="4329600" cy="5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>
                <a:solidFill>
                  <a:schemeClr val="accent1"/>
                </a:solidFill>
              </a:rPr>
              <a:t>Difficulty with our  models…</a:t>
            </a:r>
            <a:endParaRPr>
              <a:solidFill>
                <a:schemeClr val="accent1"/>
              </a:solidFill>
            </a:endParaRPr>
          </a:p>
        </p:txBody>
      </p:sp>
      <p:grpSp>
        <p:nvGrpSpPr>
          <p:cNvPr id="306" name="Google Shape;306;p40"/>
          <p:cNvGrpSpPr/>
          <p:nvPr/>
        </p:nvGrpSpPr>
        <p:grpSpPr>
          <a:xfrm>
            <a:off x="492990" y="375897"/>
            <a:ext cx="367011" cy="538406"/>
            <a:chOff x="2870930" y="2845974"/>
            <a:chExt cx="851534" cy="1249203"/>
          </a:xfrm>
        </p:grpSpPr>
        <p:sp>
          <p:nvSpPr>
            <p:cNvPr id="307" name="Google Shape;307;p40"/>
            <p:cNvSpPr/>
            <p:nvPr/>
          </p:nvSpPr>
          <p:spPr>
            <a:xfrm>
              <a:off x="2870930" y="2845974"/>
              <a:ext cx="851534" cy="1249203"/>
            </a:xfrm>
            <a:custGeom>
              <a:avLst/>
              <a:gdLst/>
              <a:ahLst/>
              <a:cxnLst/>
              <a:rect l="l" t="t" r="r" b="b"/>
              <a:pathLst>
                <a:path w="851534" h="1249203" extrusionOk="0">
                  <a:moveTo>
                    <a:pt x="834009" y="395478"/>
                  </a:moveTo>
                  <a:cubicBezTo>
                    <a:pt x="843725" y="395478"/>
                    <a:pt x="851535" y="387668"/>
                    <a:pt x="851535" y="377952"/>
                  </a:cubicBezTo>
                  <a:lnTo>
                    <a:pt x="851535" y="95822"/>
                  </a:lnTo>
                  <a:cubicBezTo>
                    <a:pt x="851535" y="42958"/>
                    <a:pt x="808577" y="0"/>
                    <a:pt x="755809" y="0"/>
                  </a:cubicBezTo>
                  <a:lnTo>
                    <a:pt x="95726" y="0"/>
                  </a:lnTo>
                  <a:cubicBezTo>
                    <a:pt x="42863" y="0"/>
                    <a:pt x="0" y="42958"/>
                    <a:pt x="0" y="95822"/>
                  </a:cubicBezTo>
                  <a:lnTo>
                    <a:pt x="0" y="1153382"/>
                  </a:lnTo>
                  <a:cubicBezTo>
                    <a:pt x="0" y="1206246"/>
                    <a:pt x="42958" y="1249204"/>
                    <a:pt x="95726" y="1249204"/>
                  </a:cubicBezTo>
                  <a:lnTo>
                    <a:pt x="755714" y="1249204"/>
                  </a:lnTo>
                  <a:cubicBezTo>
                    <a:pt x="808577" y="1249204"/>
                    <a:pt x="851440" y="1206246"/>
                    <a:pt x="851440" y="1153382"/>
                  </a:cubicBezTo>
                  <a:lnTo>
                    <a:pt x="851440" y="500729"/>
                  </a:lnTo>
                  <a:cubicBezTo>
                    <a:pt x="851440" y="491014"/>
                    <a:pt x="843629" y="483203"/>
                    <a:pt x="833914" y="483203"/>
                  </a:cubicBezTo>
                  <a:cubicBezTo>
                    <a:pt x="824198" y="483203"/>
                    <a:pt x="816388" y="491014"/>
                    <a:pt x="816388" y="500729"/>
                  </a:cubicBezTo>
                  <a:lnTo>
                    <a:pt x="816388" y="1153382"/>
                  </a:lnTo>
                  <a:cubicBezTo>
                    <a:pt x="816388" y="1186910"/>
                    <a:pt x="789051" y="1214247"/>
                    <a:pt x="755618" y="1214247"/>
                  </a:cubicBezTo>
                  <a:lnTo>
                    <a:pt x="95726" y="1214247"/>
                  </a:lnTo>
                  <a:cubicBezTo>
                    <a:pt x="62294" y="1214247"/>
                    <a:pt x="34957" y="1186910"/>
                    <a:pt x="34957" y="1153382"/>
                  </a:cubicBezTo>
                  <a:lnTo>
                    <a:pt x="34957" y="95822"/>
                  </a:lnTo>
                  <a:cubicBezTo>
                    <a:pt x="34957" y="62294"/>
                    <a:pt x="62294" y="34957"/>
                    <a:pt x="95726" y="34957"/>
                  </a:cubicBezTo>
                  <a:lnTo>
                    <a:pt x="755714" y="34957"/>
                  </a:lnTo>
                  <a:cubicBezTo>
                    <a:pt x="789146" y="34957"/>
                    <a:pt x="816483" y="62294"/>
                    <a:pt x="816483" y="95822"/>
                  </a:cubicBezTo>
                  <a:lnTo>
                    <a:pt x="816483" y="377952"/>
                  </a:lnTo>
                  <a:cubicBezTo>
                    <a:pt x="816483" y="387572"/>
                    <a:pt x="824294" y="395478"/>
                    <a:pt x="834009" y="39547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" name="Google Shape;308;p40"/>
            <p:cNvSpPr/>
            <p:nvPr/>
          </p:nvSpPr>
          <p:spPr>
            <a:xfrm>
              <a:off x="2971418" y="2943129"/>
              <a:ext cx="650462" cy="224027"/>
            </a:xfrm>
            <a:custGeom>
              <a:avLst/>
              <a:gdLst/>
              <a:ahLst/>
              <a:cxnLst/>
              <a:rect l="l" t="t" r="r" b="b"/>
              <a:pathLst>
                <a:path w="650462" h="224027" extrusionOk="0">
                  <a:moveTo>
                    <a:pt x="650367" y="17526"/>
                  </a:moveTo>
                  <a:cubicBezTo>
                    <a:pt x="650367" y="7810"/>
                    <a:pt x="642557" y="0"/>
                    <a:pt x="632841" y="0"/>
                  </a:cubicBezTo>
                  <a:lnTo>
                    <a:pt x="17526" y="0"/>
                  </a:lnTo>
                  <a:cubicBezTo>
                    <a:pt x="7811" y="0"/>
                    <a:pt x="0" y="7810"/>
                    <a:pt x="0" y="17526"/>
                  </a:cubicBezTo>
                  <a:lnTo>
                    <a:pt x="0" y="206502"/>
                  </a:lnTo>
                  <a:cubicBezTo>
                    <a:pt x="0" y="216217"/>
                    <a:pt x="7811" y="224028"/>
                    <a:pt x="17526" y="224028"/>
                  </a:cubicBezTo>
                  <a:lnTo>
                    <a:pt x="632936" y="224028"/>
                  </a:lnTo>
                  <a:cubicBezTo>
                    <a:pt x="642652" y="224028"/>
                    <a:pt x="650462" y="216217"/>
                    <a:pt x="650462" y="206502"/>
                  </a:cubicBezTo>
                  <a:lnTo>
                    <a:pt x="650462" y="17526"/>
                  </a:lnTo>
                  <a:close/>
                  <a:moveTo>
                    <a:pt x="615410" y="188881"/>
                  </a:moveTo>
                  <a:lnTo>
                    <a:pt x="35052" y="188881"/>
                  </a:lnTo>
                  <a:lnTo>
                    <a:pt x="35052" y="35052"/>
                  </a:lnTo>
                  <a:lnTo>
                    <a:pt x="615410" y="35052"/>
                  </a:lnTo>
                  <a:lnTo>
                    <a:pt x="615410" y="18888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" name="Google Shape;309;p40"/>
            <p:cNvSpPr/>
            <p:nvPr/>
          </p:nvSpPr>
          <p:spPr>
            <a:xfrm>
              <a:off x="2974847" y="3205924"/>
              <a:ext cx="643414" cy="790955"/>
            </a:xfrm>
            <a:custGeom>
              <a:avLst/>
              <a:gdLst/>
              <a:ahLst/>
              <a:cxnLst/>
              <a:rect l="l" t="t" r="r" b="b"/>
              <a:pathLst>
                <a:path w="643414" h="790955" extrusionOk="0">
                  <a:moveTo>
                    <a:pt x="626174" y="0"/>
                  </a:moveTo>
                  <a:lnTo>
                    <a:pt x="474726" y="0"/>
                  </a:lnTo>
                  <a:cubicBezTo>
                    <a:pt x="474631" y="0"/>
                    <a:pt x="474536" y="0"/>
                    <a:pt x="474440" y="0"/>
                  </a:cubicBezTo>
                  <a:cubicBezTo>
                    <a:pt x="474345" y="0"/>
                    <a:pt x="474250" y="0"/>
                    <a:pt x="474155" y="0"/>
                  </a:cubicBezTo>
                  <a:lnTo>
                    <a:pt x="321945" y="0"/>
                  </a:lnTo>
                  <a:lnTo>
                    <a:pt x="321564" y="0"/>
                  </a:lnTo>
                  <a:lnTo>
                    <a:pt x="169926" y="0"/>
                  </a:lnTo>
                  <a:lnTo>
                    <a:pt x="169545" y="0"/>
                  </a:lnTo>
                  <a:lnTo>
                    <a:pt x="17526" y="0"/>
                  </a:lnTo>
                  <a:cubicBezTo>
                    <a:pt x="7810" y="0"/>
                    <a:pt x="0" y="7810"/>
                    <a:pt x="0" y="17526"/>
                  </a:cubicBezTo>
                  <a:lnTo>
                    <a:pt x="0" y="168402"/>
                  </a:lnTo>
                  <a:lnTo>
                    <a:pt x="0" y="169926"/>
                  </a:lnTo>
                  <a:lnTo>
                    <a:pt x="0" y="319278"/>
                  </a:lnTo>
                  <a:lnTo>
                    <a:pt x="0" y="320802"/>
                  </a:lnTo>
                  <a:lnTo>
                    <a:pt x="0" y="470154"/>
                  </a:lnTo>
                  <a:lnTo>
                    <a:pt x="0" y="471678"/>
                  </a:lnTo>
                  <a:lnTo>
                    <a:pt x="0" y="621030"/>
                  </a:lnTo>
                  <a:lnTo>
                    <a:pt x="0" y="622554"/>
                  </a:lnTo>
                  <a:lnTo>
                    <a:pt x="0" y="773430"/>
                  </a:lnTo>
                  <a:cubicBezTo>
                    <a:pt x="0" y="783145"/>
                    <a:pt x="7810" y="790956"/>
                    <a:pt x="17526" y="790956"/>
                  </a:cubicBezTo>
                  <a:lnTo>
                    <a:pt x="169545" y="790956"/>
                  </a:lnTo>
                  <a:lnTo>
                    <a:pt x="169926" y="790956"/>
                  </a:lnTo>
                  <a:lnTo>
                    <a:pt x="321564" y="790956"/>
                  </a:lnTo>
                  <a:lnTo>
                    <a:pt x="321945" y="790956"/>
                  </a:lnTo>
                  <a:lnTo>
                    <a:pt x="473964" y="790956"/>
                  </a:lnTo>
                  <a:cubicBezTo>
                    <a:pt x="474059" y="790956"/>
                    <a:pt x="474155" y="790956"/>
                    <a:pt x="474250" y="790956"/>
                  </a:cubicBezTo>
                  <a:cubicBezTo>
                    <a:pt x="474345" y="790956"/>
                    <a:pt x="474440" y="790956"/>
                    <a:pt x="474536" y="790956"/>
                  </a:cubicBezTo>
                  <a:lnTo>
                    <a:pt x="625983" y="790956"/>
                  </a:lnTo>
                  <a:cubicBezTo>
                    <a:pt x="635603" y="790956"/>
                    <a:pt x="643414" y="783145"/>
                    <a:pt x="643414" y="773430"/>
                  </a:cubicBezTo>
                  <a:lnTo>
                    <a:pt x="643414" y="622554"/>
                  </a:lnTo>
                  <a:lnTo>
                    <a:pt x="643414" y="621030"/>
                  </a:lnTo>
                  <a:lnTo>
                    <a:pt x="643414" y="471678"/>
                  </a:lnTo>
                  <a:lnTo>
                    <a:pt x="643414" y="470154"/>
                  </a:lnTo>
                  <a:lnTo>
                    <a:pt x="643414" y="320802"/>
                  </a:lnTo>
                  <a:lnTo>
                    <a:pt x="643414" y="319278"/>
                  </a:lnTo>
                  <a:lnTo>
                    <a:pt x="643414" y="169926"/>
                  </a:lnTo>
                  <a:lnTo>
                    <a:pt x="643414" y="168402"/>
                  </a:lnTo>
                  <a:lnTo>
                    <a:pt x="643414" y="17526"/>
                  </a:lnTo>
                  <a:cubicBezTo>
                    <a:pt x="643509" y="7906"/>
                    <a:pt x="635794" y="0"/>
                    <a:pt x="626174" y="0"/>
                  </a:cubicBezTo>
                  <a:close/>
                  <a:moveTo>
                    <a:pt x="304038" y="338328"/>
                  </a:moveTo>
                  <a:lnTo>
                    <a:pt x="304038" y="452628"/>
                  </a:lnTo>
                  <a:lnTo>
                    <a:pt x="187452" y="452628"/>
                  </a:lnTo>
                  <a:lnTo>
                    <a:pt x="187452" y="338328"/>
                  </a:lnTo>
                  <a:lnTo>
                    <a:pt x="304038" y="338328"/>
                  </a:lnTo>
                  <a:close/>
                  <a:moveTo>
                    <a:pt x="304038" y="187452"/>
                  </a:moveTo>
                  <a:lnTo>
                    <a:pt x="304038" y="301752"/>
                  </a:lnTo>
                  <a:lnTo>
                    <a:pt x="187452" y="301752"/>
                  </a:lnTo>
                  <a:lnTo>
                    <a:pt x="187452" y="187452"/>
                  </a:lnTo>
                  <a:lnTo>
                    <a:pt x="304038" y="187452"/>
                  </a:lnTo>
                  <a:close/>
                  <a:moveTo>
                    <a:pt x="187452" y="603504"/>
                  </a:moveTo>
                  <a:lnTo>
                    <a:pt x="187452" y="489204"/>
                  </a:lnTo>
                  <a:lnTo>
                    <a:pt x="304038" y="489204"/>
                  </a:lnTo>
                  <a:lnTo>
                    <a:pt x="304038" y="603504"/>
                  </a:lnTo>
                  <a:lnTo>
                    <a:pt x="187452" y="603504"/>
                  </a:lnTo>
                  <a:close/>
                  <a:moveTo>
                    <a:pt x="456343" y="452628"/>
                  </a:moveTo>
                  <a:lnTo>
                    <a:pt x="339471" y="452628"/>
                  </a:lnTo>
                  <a:lnTo>
                    <a:pt x="339471" y="338328"/>
                  </a:lnTo>
                  <a:lnTo>
                    <a:pt x="456343" y="338328"/>
                  </a:lnTo>
                  <a:lnTo>
                    <a:pt x="456343" y="452628"/>
                  </a:lnTo>
                  <a:close/>
                  <a:moveTo>
                    <a:pt x="152019" y="338328"/>
                  </a:moveTo>
                  <a:lnTo>
                    <a:pt x="152019" y="452628"/>
                  </a:lnTo>
                  <a:lnTo>
                    <a:pt x="35052" y="452628"/>
                  </a:lnTo>
                  <a:lnTo>
                    <a:pt x="35052" y="338328"/>
                  </a:lnTo>
                  <a:lnTo>
                    <a:pt x="152019" y="338328"/>
                  </a:lnTo>
                  <a:close/>
                  <a:moveTo>
                    <a:pt x="339471" y="603504"/>
                  </a:moveTo>
                  <a:lnTo>
                    <a:pt x="339471" y="489204"/>
                  </a:lnTo>
                  <a:lnTo>
                    <a:pt x="456343" y="489204"/>
                  </a:lnTo>
                  <a:lnTo>
                    <a:pt x="456343" y="603504"/>
                  </a:lnTo>
                  <a:lnTo>
                    <a:pt x="339471" y="603504"/>
                  </a:lnTo>
                  <a:close/>
                  <a:moveTo>
                    <a:pt x="492062" y="452628"/>
                  </a:moveTo>
                  <a:lnTo>
                    <a:pt x="492062" y="338328"/>
                  </a:lnTo>
                  <a:lnTo>
                    <a:pt x="608743" y="338328"/>
                  </a:lnTo>
                  <a:lnTo>
                    <a:pt x="608743" y="452628"/>
                  </a:lnTo>
                  <a:lnTo>
                    <a:pt x="492062" y="452628"/>
                  </a:lnTo>
                  <a:close/>
                  <a:moveTo>
                    <a:pt x="492062" y="301752"/>
                  </a:moveTo>
                  <a:lnTo>
                    <a:pt x="492062" y="187452"/>
                  </a:lnTo>
                  <a:lnTo>
                    <a:pt x="608743" y="187452"/>
                  </a:lnTo>
                  <a:lnTo>
                    <a:pt x="608743" y="301752"/>
                  </a:lnTo>
                  <a:lnTo>
                    <a:pt x="492062" y="301752"/>
                  </a:lnTo>
                  <a:close/>
                  <a:moveTo>
                    <a:pt x="456343" y="301752"/>
                  </a:moveTo>
                  <a:lnTo>
                    <a:pt x="339471" y="301752"/>
                  </a:lnTo>
                  <a:lnTo>
                    <a:pt x="339471" y="187452"/>
                  </a:lnTo>
                  <a:lnTo>
                    <a:pt x="456343" y="187452"/>
                  </a:lnTo>
                  <a:lnTo>
                    <a:pt x="456343" y="301752"/>
                  </a:lnTo>
                  <a:close/>
                  <a:moveTo>
                    <a:pt x="304038" y="150876"/>
                  </a:moveTo>
                  <a:lnTo>
                    <a:pt x="187452" y="150876"/>
                  </a:lnTo>
                  <a:lnTo>
                    <a:pt x="187452" y="35052"/>
                  </a:lnTo>
                  <a:lnTo>
                    <a:pt x="304038" y="35052"/>
                  </a:lnTo>
                  <a:lnTo>
                    <a:pt x="304038" y="150876"/>
                  </a:lnTo>
                  <a:close/>
                  <a:moveTo>
                    <a:pt x="152019" y="187452"/>
                  </a:moveTo>
                  <a:lnTo>
                    <a:pt x="152019" y="301752"/>
                  </a:lnTo>
                  <a:lnTo>
                    <a:pt x="35052" y="301752"/>
                  </a:lnTo>
                  <a:lnTo>
                    <a:pt x="35052" y="187452"/>
                  </a:lnTo>
                  <a:lnTo>
                    <a:pt x="152019" y="187452"/>
                  </a:lnTo>
                  <a:close/>
                  <a:moveTo>
                    <a:pt x="35052" y="489204"/>
                  </a:moveTo>
                  <a:lnTo>
                    <a:pt x="152019" y="489204"/>
                  </a:lnTo>
                  <a:lnTo>
                    <a:pt x="152019" y="603504"/>
                  </a:lnTo>
                  <a:lnTo>
                    <a:pt x="35052" y="603504"/>
                  </a:lnTo>
                  <a:lnTo>
                    <a:pt x="35052" y="489204"/>
                  </a:lnTo>
                  <a:close/>
                  <a:moveTo>
                    <a:pt x="187452" y="640080"/>
                  </a:moveTo>
                  <a:lnTo>
                    <a:pt x="304038" y="640080"/>
                  </a:lnTo>
                  <a:lnTo>
                    <a:pt x="304038" y="755904"/>
                  </a:lnTo>
                  <a:lnTo>
                    <a:pt x="187452" y="755904"/>
                  </a:lnTo>
                  <a:lnTo>
                    <a:pt x="187452" y="640080"/>
                  </a:lnTo>
                  <a:close/>
                  <a:moveTo>
                    <a:pt x="492062" y="603504"/>
                  </a:moveTo>
                  <a:lnTo>
                    <a:pt x="492062" y="489204"/>
                  </a:lnTo>
                  <a:lnTo>
                    <a:pt x="608743" y="489204"/>
                  </a:lnTo>
                  <a:lnTo>
                    <a:pt x="608743" y="603504"/>
                  </a:lnTo>
                  <a:lnTo>
                    <a:pt x="492062" y="603504"/>
                  </a:lnTo>
                  <a:close/>
                  <a:moveTo>
                    <a:pt x="608743" y="35052"/>
                  </a:moveTo>
                  <a:lnTo>
                    <a:pt x="608743" y="150876"/>
                  </a:lnTo>
                  <a:lnTo>
                    <a:pt x="492062" y="150876"/>
                  </a:lnTo>
                  <a:lnTo>
                    <a:pt x="492062" y="35052"/>
                  </a:lnTo>
                  <a:lnTo>
                    <a:pt x="608743" y="35052"/>
                  </a:lnTo>
                  <a:close/>
                  <a:moveTo>
                    <a:pt x="456343" y="150876"/>
                  </a:moveTo>
                  <a:lnTo>
                    <a:pt x="339471" y="150876"/>
                  </a:lnTo>
                  <a:lnTo>
                    <a:pt x="339471" y="35052"/>
                  </a:lnTo>
                  <a:lnTo>
                    <a:pt x="456343" y="35052"/>
                  </a:lnTo>
                  <a:lnTo>
                    <a:pt x="456343" y="150876"/>
                  </a:lnTo>
                  <a:close/>
                  <a:moveTo>
                    <a:pt x="152019" y="35052"/>
                  </a:moveTo>
                  <a:lnTo>
                    <a:pt x="152019" y="150876"/>
                  </a:lnTo>
                  <a:lnTo>
                    <a:pt x="35052" y="150876"/>
                  </a:lnTo>
                  <a:lnTo>
                    <a:pt x="35052" y="35052"/>
                  </a:lnTo>
                  <a:lnTo>
                    <a:pt x="152019" y="35052"/>
                  </a:lnTo>
                  <a:close/>
                  <a:moveTo>
                    <a:pt x="35052" y="640080"/>
                  </a:moveTo>
                  <a:lnTo>
                    <a:pt x="152019" y="640080"/>
                  </a:lnTo>
                  <a:lnTo>
                    <a:pt x="152019" y="755904"/>
                  </a:lnTo>
                  <a:lnTo>
                    <a:pt x="35052" y="755904"/>
                  </a:lnTo>
                  <a:lnTo>
                    <a:pt x="35052" y="640080"/>
                  </a:lnTo>
                  <a:close/>
                  <a:moveTo>
                    <a:pt x="339471" y="755999"/>
                  </a:moveTo>
                  <a:lnTo>
                    <a:pt x="339471" y="640175"/>
                  </a:lnTo>
                  <a:lnTo>
                    <a:pt x="456343" y="640175"/>
                  </a:lnTo>
                  <a:lnTo>
                    <a:pt x="456343" y="755999"/>
                  </a:lnTo>
                  <a:lnTo>
                    <a:pt x="339471" y="755999"/>
                  </a:lnTo>
                  <a:close/>
                  <a:moveTo>
                    <a:pt x="492062" y="755999"/>
                  </a:moveTo>
                  <a:lnTo>
                    <a:pt x="492062" y="640175"/>
                  </a:lnTo>
                  <a:lnTo>
                    <a:pt x="608743" y="640175"/>
                  </a:lnTo>
                  <a:lnTo>
                    <a:pt x="608743" y="755999"/>
                  </a:lnTo>
                  <a:lnTo>
                    <a:pt x="492062" y="75599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310" name="Google Shape;310;p40" title="Screenshot 2025-12-09 at 3.52.16 AM.png"/>
          <p:cNvPicPr preferRelativeResize="0"/>
          <p:nvPr/>
        </p:nvPicPr>
        <p:blipFill rotWithShape="1">
          <a:blip r:embed="rId3">
            <a:alphaModFix/>
          </a:blip>
          <a:srcRect r="-48148" b="-48148"/>
          <a:stretch/>
        </p:blipFill>
        <p:spPr>
          <a:xfrm>
            <a:off x="5333442" y="1199403"/>
            <a:ext cx="3209673" cy="2744701"/>
          </a:xfrm>
          <a:prstGeom prst="rect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311" name="Google Shape;311;p40" title="Screenshot 2025-12-09 at 3.39.23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93242" y="3041125"/>
            <a:ext cx="3690099" cy="2014550"/>
          </a:xfrm>
          <a:prstGeom prst="rect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700"/>
                                        <p:tgtEl>
                                          <p:spTgt spid="3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700"/>
                                        <p:tgtEl>
                                          <p:spTgt spid="3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41"/>
          <p:cNvSpPr txBox="1">
            <a:spLocks noGrp="1"/>
          </p:cNvSpPr>
          <p:nvPr>
            <p:ph type="title"/>
          </p:nvPr>
        </p:nvSpPr>
        <p:spPr>
          <a:xfrm>
            <a:off x="492988" y="1285300"/>
            <a:ext cx="7347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317" name="Google Shape;317;p41"/>
          <p:cNvSpPr txBox="1">
            <a:spLocks noGrp="1"/>
          </p:cNvSpPr>
          <p:nvPr>
            <p:ph type="body" idx="3"/>
          </p:nvPr>
        </p:nvSpPr>
        <p:spPr>
          <a:xfrm>
            <a:off x="405850" y="1955325"/>
            <a:ext cx="4329600" cy="233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SNAP generosity is best measured continuously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Economic structure explains most variation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Categories (Low/Moderate/High) don’t correspond to real clusters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Classification models cannot predict these categories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b="1"/>
              <a:t>Future work: time-series and more cost-of-living adjustments</a:t>
            </a:r>
            <a:endParaRPr b="1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  <p:sp>
        <p:nvSpPr>
          <p:cNvPr id="318" name="Google Shape;318;p41"/>
          <p:cNvSpPr txBox="1">
            <a:spLocks noGrp="1"/>
          </p:cNvSpPr>
          <p:nvPr>
            <p:ph type="subTitle" idx="1"/>
          </p:nvPr>
        </p:nvSpPr>
        <p:spPr>
          <a:xfrm>
            <a:off x="5074225" y="1691550"/>
            <a:ext cx="3183600" cy="27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5000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OUR </a:t>
            </a:r>
            <a:r>
              <a:rPr lang="en" sz="5000" u="sng">
                <a:solidFill>
                  <a:schemeClr val="hlink"/>
                </a:solidFill>
                <a:hlinkClick r:id="rId3"/>
              </a:rPr>
              <a:t>SHINY APP </a:t>
            </a:r>
            <a:endParaRPr sz="5000">
              <a:solidFill>
                <a:schemeClr val="accent1"/>
              </a:solidFill>
            </a:endParaRPr>
          </a:p>
        </p:txBody>
      </p:sp>
      <p:grpSp>
        <p:nvGrpSpPr>
          <p:cNvPr id="319" name="Google Shape;319;p41"/>
          <p:cNvGrpSpPr/>
          <p:nvPr/>
        </p:nvGrpSpPr>
        <p:grpSpPr>
          <a:xfrm>
            <a:off x="492990" y="375897"/>
            <a:ext cx="367011" cy="538406"/>
            <a:chOff x="2870930" y="2845974"/>
            <a:chExt cx="851534" cy="1249203"/>
          </a:xfrm>
        </p:grpSpPr>
        <p:sp>
          <p:nvSpPr>
            <p:cNvPr id="320" name="Google Shape;320;p41"/>
            <p:cNvSpPr/>
            <p:nvPr/>
          </p:nvSpPr>
          <p:spPr>
            <a:xfrm>
              <a:off x="2870930" y="2845974"/>
              <a:ext cx="851534" cy="1249203"/>
            </a:xfrm>
            <a:custGeom>
              <a:avLst/>
              <a:gdLst/>
              <a:ahLst/>
              <a:cxnLst/>
              <a:rect l="l" t="t" r="r" b="b"/>
              <a:pathLst>
                <a:path w="851534" h="1249203" extrusionOk="0">
                  <a:moveTo>
                    <a:pt x="834009" y="395478"/>
                  </a:moveTo>
                  <a:cubicBezTo>
                    <a:pt x="843725" y="395478"/>
                    <a:pt x="851535" y="387668"/>
                    <a:pt x="851535" y="377952"/>
                  </a:cubicBezTo>
                  <a:lnTo>
                    <a:pt x="851535" y="95822"/>
                  </a:lnTo>
                  <a:cubicBezTo>
                    <a:pt x="851535" y="42958"/>
                    <a:pt x="808577" y="0"/>
                    <a:pt x="755809" y="0"/>
                  </a:cubicBezTo>
                  <a:lnTo>
                    <a:pt x="95726" y="0"/>
                  </a:lnTo>
                  <a:cubicBezTo>
                    <a:pt x="42863" y="0"/>
                    <a:pt x="0" y="42958"/>
                    <a:pt x="0" y="95822"/>
                  </a:cubicBezTo>
                  <a:lnTo>
                    <a:pt x="0" y="1153382"/>
                  </a:lnTo>
                  <a:cubicBezTo>
                    <a:pt x="0" y="1206246"/>
                    <a:pt x="42958" y="1249204"/>
                    <a:pt x="95726" y="1249204"/>
                  </a:cubicBezTo>
                  <a:lnTo>
                    <a:pt x="755714" y="1249204"/>
                  </a:lnTo>
                  <a:cubicBezTo>
                    <a:pt x="808577" y="1249204"/>
                    <a:pt x="851440" y="1206246"/>
                    <a:pt x="851440" y="1153382"/>
                  </a:cubicBezTo>
                  <a:lnTo>
                    <a:pt x="851440" y="500729"/>
                  </a:lnTo>
                  <a:cubicBezTo>
                    <a:pt x="851440" y="491014"/>
                    <a:pt x="843629" y="483203"/>
                    <a:pt x="833914" y="483203"/>
                  </a:cubicBezTo>
                  <a:cubicBezTo>
                    <a:pt x="824198" y="483203"/>
                    <a:pt x="816388" y="491014"/>
                    <a:pt x="816388" y="500729"/>
                  </a:cubicBezTo>
                  <a:lnTo>
                    <a:pt x="816388" y="1153382"/>
                  </a:lnTo>
                  <a:cubicBezTo>
                    <a:pt x="816388" y="1186910"/>
                    <a:pt x="789051" y="1214247"/>
                    <a:pt x="755618" y="1214247"/>
                  </a:cubicBezTo>
                  <a:lnTo>
                    <a:pt x="95726" y="1214247"/>
                  </a:lnTo>
                  <a:cubicBezTo>
                    <a:pt x="62294" y="1214247"/>
                    <a:pt x="34957" y="1186910"/>
                    <a:pt x="34957" y="1153382"/>
                  </a:cubicBezTo>
                  <a:lnTo>
                    <a:pt x="34957" y="95822"/>
                  </a:lnTo>
                  <a:cubicBezTo>
                    <a:pt x="34957" y="62294"/>
                    <a:pt x="62294" y="34957"/>
                    <a:pt x="95726" y="34957"/>
                  </a:cubicBezTo>
                  <a:lnTo>
                    <a:pt x="755714" y="34957"/>
                  </a:lnTo>
                  <a:cubicBezTo>
                    <a:pt x="789146" y="34957"/>
                    <a:pt x="816483" y="62294"/>
                    <a:pt x="816483" y="95822"/>
                  </a:cubicBezTo>
                  <a:lnTo>
                    <a:pt x="816483" y="377952"/>
                  </a:lnTo>
                  <a:cubicBezTo>
                    <a:pt x="816483" y="387572"/>
                    <a:pt x="824294" y="395478"/>
                    <a:pt x="834009" y="39547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" name="Google Shape;321;p41"/>
            <p:cNvSpPr/>
            <p:nvPr/>
          </p:nvSpPr>
          <p:spPr>
            <a:xfrm>
              <a:off x="2971418" y="2943129"/>
              <a:ext cx="650462" cy="224027"/>
            </a:xfrm>
            <a:custGeom>
              <a:avLst/>
              <a:gdLst/>
              <a:ahLst/>
              <a:cxnLst/>
              <a:rect l="l" t="t" r="r" b="b"/>
              <a:pathLst>
                <a:path w="650462" h="224027" extrusionOk="0">
                  <a:moveTo>
                    <a:pt x="650367" y="17526"/>
                  </a:moveTo>
                  <a:cubicBezTo>
                    <a:pt x="650367" y="7810"/>
                    <a:pt x="642557" y="0"/>
                    <a:pt x="632841" y="0"/>
                  </a:cubicBezTo>
                  <a:lnTo>
                    <a:pt x="17526" y="0"/>
                  </a:lnTo>
                  <a:cubicBezTo>
                    <a:pt x="7811" y="0"/>
                    <a:pt x="0" y="7810"/>
                    <a:pt x="0" y="17526"/>
                  </a:cubicBezTo>
                  <a:lnTo>
                    <a:pt x="0" y="206502"/>
                  </a:lnTo>
                  <a:cubicBezTo>
                    <a:pt x="0" y="216217"/>
                    <a:pt x="7811" y="224028"/>
                    <a:pt x="17526" y="224028"/>
                  </a:cubicBezTo>
                  <a:lnTo>
                    <a:pt x="632936" y="224028"/>
                  </a:lnTo>
                  <a:cubicBezTo>
                    <a:pt x="642652" y="224028"/>
                    <a:pt x="650462" y="216217"/>
                    <a:pt x="650462" y="206502"/>
                  </a:cubicBezTo>
                  <a:lnTo>
                    <a:pt x="650462" y="17526"/>
                  </a:lnTo>
                  <a:close/>
                  <a:moveTo>
                    <a:pt x="615410" y="188881"/>
                  </a:moveTo>
                  <a:lnTo>
                    <a:pt x="35052" y="188881"/>
                  </a:lnTo>
                  <a:lnTo>
                    <a:pt x="35052" y="35052"/>
                  </a:lnTo>
                  <a:lnTo>
                    <a:pt x="615410" y="35052"/>
                  </a:lnTo>
                  <a:lnTo>
                    <a:pt x="615410" y="18888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" name="Google Shape;322;p41"/>
            <p:cNvSpPr/>
            <p:nvPr/>
          </p:nvSpPr>
          <p:spPr>
            <a:xfrm>
              <a:off x="2974847" y="3205924"/>
              <a:ext cx="643414" cy="790955"/>
            </a:xfrm>
            <a:custGeom>
              <a:avLst/>
              <a:gdLst/>
              <a:ahLst/>
              <a:cxnLst/>
              <a:rect l="l" t="t" r="r" b="b"/>
              <a:pathLst>
                <a:path w="643414" h="790955" extrusionOk="0">
                  <a:moveTo>
                    <a:pt x="626174" y="0"/>
                  </a:moveTo>
                  <a:lnTo>
                    <a:pt x="474726" y="0"/>
                  </a:lnTo>
                  <a:cubicBezTo>
                    <a:pt x="474631" y="0"/>
                    <a:pt x="474536" y="0"/>
                    <a:pt x="474440" y="0"/>
                  </a:cubicBezTo>
                  <a:cubicBezTo>
                    <a:pt x="474345" y="0"/>
                    <a:pt x="474250" y="0"/>
                    <a:pt x="474155" y="0"/>
                  </a:cubicBezTo>
                  <a:lnTo>
                    <a:pt x="321945" y="0"/>
                  </a:lnTo>
                  <a:lnTo>
                    <a:pt x="321564" y="0"/>
                  </a:lnTo>
                  <a:lnTo>
                    <a:pt x="169926" y="0"/>
                  </a:lnTo>
                  <a:lnTo>
                    <a:pt x="169545" y="0"/>
                  </a:lnTo>
                  <a:lnTo>
                    <a:pt x="17526" y="0"/>
                  </a:lnTo>
                  <a:cubicBezTo>
                    <a:pt x="7810" y="0"/>
                    <a:pt x="0" y="7810"/>
                    <a:pt x="0" y="17526"/>
                  </a:cubicBezTo>
                  <a:lnTo>
                    <a:pt x="0" y="168402"/>
                  </a:lnTo>
                  <a:lnTo>
                    <a:pt x="0" y="169926"/>
                  </a:lnTo>
                  <a:lnTo>
                    <a:pt x="0" y="319278"/>
                  </a:lnTo>
                  <a:lnTo>
                    <a:pt x="0" y="320802"/>
                  </a:lnTo>
                  <a:lnTo>
                    <a:pt x="0" y="470154"/>
                  </a:lnTo>
                  <a:lnTo>
                    <a:pt x="0" y="471678"/>
                  </a:lnTo>
                  <a:lnTo>
                    <a:pt x="0" y="621030"/>
                  </a:lnTo>
                  <a:lnTo>
                    <a:pt x="0" y="622554"/>
                  </a:lnTo>
                  <a:lnTo>
                    <a:pt x="0" y="773430"/>
                  </a:lnTo>
                  <a:cubicBezTo>
                    <a:pt x="0" y="783145"/>
                    <a:pt x="7810" y="790956"/>
                    <a:pt x="17526" y="790956"/>
                  </a:cubicBezTo>
                  <a:lnTo>
                    <a:pt x="169545" y="790956"/>
                  </a:lnTo>
                  <a:lnTo>
                    <a:pt x="169926" y="790956"/>
                  </a:lnTo>
                  <a:lnTo>
                    <a:pt x="321564" y="790956"/>
                  </a:lnTo>
                  <a:lnTo>
                    <a:pt x="321945" y="790956"/>
                  </a:lnTo>
                  <a:lnTo>
                    <a:pt x="473964" y="790956"/>
                  </a:lnTo>
                  <a:cubicBezTo>
                    <a:pt x="474059" y="790956"/>
                    <a:pt x="474155" y="790956"/>
                    <a:pt x="474250" y="790956"/>
                  </a:cubicBezTo>
                  <a:cubicBezTo>
                    <a:pt x="474345" y="790956"/>
                    <a:pt x="474440" y="790956"/>
                    <a:pt x="474536" y="790956"/>
                  </a:cubicBezTo>
                  <a:lnTo>
                    <a:pt x="625983" y="790956"/>
                  </a:lnTo>
                  <a:cubicBezTo>
                    <a:pt x="635603" y="790956"/>
                    <a:pt x="643414" y="783145"/>
                    <a:pt x="643414" y="773430"/>
                  </a:cubicBezTo>
                  <a:lnTo>
                    <a:pt x="643414" y="622554"/>
                  </a:lnTo>
                  <a:lnTo>
                    <a:pt x="643414" y="621030"/>
                  </a:lnTo>
                  <a:lnTo>
                    <a:pt x="643414" y="471678"/>
                  </a:lnTo>
                  <a:lnTo>
                    <a:pt x="643414" y="470154"/>
                  </a:lnTo>
                  <a:lnTo>
                    <a:pt x="643414" y="320802"/>
                  </a:lnTo>
                  <a:lnTo>
                    <a:pt x="643414" y="319278"/>
                  </a:lnTo>
                  <a:lnTo>
                    <a:pt x="643414" y="169926"/>
                  </a:lnTo>
                  <a:lnTo>
                    <a:pt x="643414" y="168402"/>
                  </a:lnTo>
                  <a:lnTo>
                    <a:pt x="643414" y="17526"/>
                  </a:lnTo>
                  <a:cubicBezTo>
                    <a:pt x="643509" y="7906"/>
                    <a:pt x="635794" y="0"/>
                    <a:pt x="626174" y="0"/>
                  </a:cubicBezTo>
                  <a:close/>
                  <a:moveTo>
                    <a:pt x="304038" y="338328"/>
                  </a:moveTo>
                  <a:lnTo>
                    <a:pt x="304038" y="452628"/>
                  </a:lnTo>
                  <a:lnTo>
                    <a:pt x="187452" y="452628"/>
                  </a:lnTo>
                  <a:lnTo>
                    <a:pt x="187452" y="338328"/>
                  </a:lnTo>
                  <a:lnTo>
                    <a:pt x="304038" y="338328"/>
                  </a:lnTo>
                  <a:close/>
                  <a:moveTo>
                    <a:pt x="304038" y="187452"/>
                  </a:moveTo>
                  <a:lnTo>
                    <a:pt x="304038" y="301752"/>
                  </a:lnTo>
                  <a:lnTo>
                    <a:pt x="187452" y="301752"/>
                  </a:lnTo>
                  <a:lnTo>
                    <a:pt x="187452" y="187452"/>
                  </a:lnTo>
                  <a:lnTo>
                    <a:pt x="304038" y="187452"/>
                  </a:lnTo>
                  <a:close/>
                  <a:moveTo>
                    <a:pt x="187452" y="603504"/>
                  </a:moveTo>
                  <a:lnTo>
                    <a:pt x="187452" y="489204"/>
                  </a:lnTo>
                  <a:lnTo>
                    <a:pt x="304038" y="489204"/>
                  </a:lnTo>
                  <a:lnTo>
                    <a:pt x="304038" y="603504"/>
                  </a:lnTo>
                  <a:lnTo>
                    <a:pt x="187452" y="603504"/>
                  </a:lnTo>
                  <a:close/>
                  <a:moveTo>
                    <a:pt x="456343" y="452628"/>
                  </a:moveTo>
                  <a:lnTo>
                    <a:pt x="339471" y="452628"/>
                  </a:lnTo>
                  <a:lnTo>
                    <a:pt x="339471" y="338328"/>
                  </a:lnTo>
                  <a:lnTo>
                    <a:pt x="456343" y="338328"/>
                  </a:lnTo>
                  <a:lnTo>
                    <a:pt x="456343" y="452628"/>
                  </a:lnTo>
                  <a:close/>
                  <a:moveTo>
                    <a:pt x="152019" y="338328"/>
                  </a:moveTo>
                  <a:lnTo>
                    <a:pt x="152019" y="452628"/>
                  </a:lnTo>
                  <a:lnTo>
                    <a:pt x="35052" y="452628"/>
                  </a:lnTo>
                  <a:lnTo>
                    <a:pt x="35052" y="338328"/>
                  </a:lnTo>
                  <a:lnTo>
                    <a:pt x="152019" y="338328"/>
                  </a:lnTo>
                  <a:close/>
                  <a:moveTo>
                    <a:pt x="339471" y="603504"/>
                  </a:moveTo>
                  <a:lnTo>
                    <a:pt x="339471" y="489204"/>
                  </a:lnTo>
                  <a:lnTo>
                    <a:pt x="456343" y="489204"/>
                  </a:lnTo>
                  <a:lnTo>
                    <a:pt x="456343" y="603504"/>
                  </a:lnTo>
                  <a:lnTo>
                    <a:pt x="339471" y="603504"/>
                  </a:lnTo>
                  <a:close/>
                  <a:moveTo>
                    <a:pt x="492062" y="452628"/>
                  </a:moveTo>
                  <a:lnTo>
                    <a:pt x="492062" y="338328"/>
                  </a:lnTo>
                  <a:lnTo>
                    <a:pt x="608743" y="338328"/>
                  </a:lnTo>
                  <a:lnTo>
                    <a:pt x="608743" y="452628"/>
                  </a:lnTo>
                  <a:lnTo>
                    <a:pt x="492062" y="452628"/>
                  </a:lnTo>
                  <a:close/>
                  <a:moveTo>
                    <a:pt x="492062" y="301752"/>
                  </a:moveTo>
                  <a:lnTo>
                    <a:pt x="492062" y="187452"/>
                  </a:lnTo>
                  <a:lnTo>
                    <a:pt x="608743" y="187452"/>
                  </a:lnTo>
                  <a:lnTo>
                    <a:pt x="608743" y="301752"/>
                  </a:lnTo>
                  <a:lnTo>
                    <a:pt x="492062" y="301752"/>
                  </a:lnTo>
                  <a:close/>
                  <a:moveTo>
                    <a:pt x="456343" y="301752"/>
                  </a:moveTo>
                  <a:lnTo>
                    <a:pt x="339471" y="301752"/>
                  </a:lnTo>
                  <a:lnTo>
                    <a:pt x="339471" y="187452"/>
                  </a:lnTo>
                  <a:lnTo>
                    <a:pt x="456343" y="187452"/>
                  </a:lnTo>
                  <a:lnTo>
                    <a:pt x="456343" y="301752"/>
                  </a:lnTo>
                  <a:close/>
                  <a:moveTo>
                    <a:pt x="304038" y="150876"/>
                  </a:moveTo>
                  <a:lnTo>
                    <a:pt x="187452" y="150876"/>
                  </a:lnTo>
                  <a:lnTo>
                    <a:pt x="187452" y="35052"/>
                  </a:lnTo>
                  <a:lnTo>
                    <a:pt x="304038" y="35052"/>
                  </a:lnTo>
                  <a:lnTo>
                    <a:pt x="304038" y="150876"/>
                  </a:lnTo>
                  <a:close/>
                  <a:moveTo>
                    <a:pt x="152019" y="187452"/>
                  </a:moveTo>
                  <a:lnTo>
                    <a:pt x="152019" y="301752"/>
                  </a:lnTo>
                  <a:lnTo>
                    <a:pt x="35052" y="301752"/>
                  </a:lnTo>
                  <a:lnTo>
                    <a:pt x="35052" y="187452"/>
                  </a:lnTo>
                  <a:lnTo>
                    <a:pt x="152019" y="187452"/>
                  </a:lnTo>
                  <a:close/>
                  <a:moveTo>
                    <a:pt x="35052" y="489204"/>
                  </a:moveTo>
                  <a:lnTo>
                    <a:pt x="152019" y="489204"/>
                  </a:lnTo>
                  <a:lnTo>
                    <a:pt x="152019" y="603504"/>
                  </a:lnTo>
                  <a:lnTo>
                    <a:pt x="35052" y="603504"/>
                  </a:lnTo>
                  <a:lnTo>
                    <a:pt x="35052" y="489204"/>
                  </a:lnTo>
                  <a:close/>
                  <a:moveTo>
                    <a:pt x="187452" y="640080"/>
                  </a:moveTo>
                  <a:lnTo>
                    <a:pt x="304038" y="640080"/>
                  </a:lnTo>
                  <a:lnTo>
                    <a:pt x="304038" y="755904"/>
                  </a:lnTo>
                  <a:lnTo>
                    <a:pt x="187452" y="755904"/>
                  </a:lnTo>
                  <a:lnTo>
                    <a:pt x="187452" y="640080"/>
                  </a:lnTo>
                  <a:close/>
                  <a:moveTo>
                    <a:pt x="492062" y="603504"/>
                  </a:moveTo>
                  <a:lnTo>
                    <a:pt x="492062" y="489204"/>
                  </a:lnTo>
                  <a:lnTo>
                    <a:pt x="608743" y="489204"/>
                  </a:lnTo>
                  <a:lnTo>
                    <a:pt x="608743" y="603504"/>
                  </a:lnTo>
                  <a:lnTo>
                    <a:pt x="492062" y="603504"/>
                  </a:lnTo>
                  <a:close/>
                  <a:moveTo>
                    <a:pt x="608743" y="35052"/>
                  </a:moveTo>
                  <a:lnTo>
                    <a:pt x="608743" y="150876"/>
                  </a:lnTo>
                  <a:lnTo>
                    <a:pt x="492062" y="150876"/>
                  </a:lnTo>
                  <a:lnTo>
                    <a:pt x="492062" y="35052"/>
                  </a:lnTo>
                  <a:lnTo>
                    <a:pt x="608743" y="35052"/>
                  </a:lnTo>
                  <a:close/>
                  <a:moveTo>
                    <a:pt x="456343" y="150876"/>
                  </a:moveTo>
                  <a:lnTo>
                    <a:pt x="339471" y="150876"/>
                  </a:lnTo>
                  <a:lnTo>
                    <a:pt x="339471" y="35052"/>
                  </a:lnTo>
                  <a:lnTo>
                    <a:pt x="456343" y="35052"/>
                  </a:lnTo>
                  <a:lnTo>
                    <a:pt x="456343" y="150876"/>
                  </a:lnTo>
                  <a:close/>
                  <a:moveTo>
                    <a:pt x="152019" y="35052"/>
                  </a:moveTo>
                  <a:lnTo>
                    <a:pt x="152019" y="150876"/>
                  </a:lnTo>
                  <a:lnTo>
                    <a:pt x="35052" y="150876"/>
                  </a:lnTo>
                  <a:lnTo>
                    <a:pt x="35052" y="35052"/>
                  </a:lnTo>
                  <a:lnTo>
                    <a:pt x="152019" y="35052"/>
                  </a:lnTo>
                  <a:close/>
                  <a:moveTo>
                    <a:pt x="35052" y="640080"/>
                  </a:moveTo>
                  <a:lnTo>
                    <a:pt x="152019" y="640080"/>
                  </a:lnTo>
                  <a:lnTo>
                    <a:pt x="152019" y="755904"/>
                  </a:lnTo>
                  <a:lnTo>
                    <a:pt x="35052" y="755904"/>
                  </a:lnTo>
                  <a:lnTo>
                    <a:pt x="35052" y="640080"/>
                  </a:lnTo>
                  <a:close/>
                  <a:moveTo>
                    <a:pt x="339471" y="755999"/>
                  </a:moveTo>
                  <a:lnTo>
                    <a:pt x="339471" y="640175"/>
                  </a:lnTo>
                  <a:lnTo>
                    <a:pt x="456343" y="640175"/>
                  </a:lnTo>
                  <a:lnTo>
                    <a:pt x="456343" y="755999"/>
                  </a:lnTo>
                  <a:lnTo>
                    <a:pt x="339471" y="755999"/>
                  </a:lnTo>
                  <a:close/>
                  <a:moveTo>
                    <a:pt x="492062" y="755999"/>
                  </a:moveTo>
                  <a:lnTo>
                    <a:pt x="492062" y="640175"/>
                  </a:lnTo>
                  <a:lnTo>
                    <a:pt x="608743" y="640175"/>
                  </a:lnTo>
                  <a:lnTo>
                    <a:pt x="608743" y="755999"/>
                  </a:lnTo>
                  <a:lnTo>
                    <a:pt x="492062" y="75599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Mania">
  <a:themeElements>
    <a:clrScheme name="Simple Light">
      <a:dk1>
        <a:srgbClr val="000000"/>
      </a:dk1>
      <a:lt1>
        <a:srgbClr val="FFFFFF"/>
      </a:lt1>
      <a:dk2>
        <a:srgbClr val="434343"/>
      </a:dk2>
      <a:lt2>
        <a:srgbClr val="EEEEEE"/>
      </a:lt2>
      <a:accent1>
        <a:srgbClr val="FF5454"/>
      </a:accent1>
      <a:accent2>
        <a:srgbClr val="FFFFFF"/>
      </a:accent2>
      <a:accent3>
        <a:srgbClr val="000000"/>
      </a:accent3>
      <a:accent4>
        <a:srgbClr val="F3ECEF"/>
      </a:accent4>
      <a:accent5>
        <a:srgbClr val="660000"/>
      </a:accent5>
      <a:accent6>
        <a:srgbClr val="660000"/>
      </a:accent6>
      <a:hlink>
        <a:srgbClr val="66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411</Words>
  <Application>Microsoft Macintosh PowerPoint</Application>
  <PresentationFormat>On-screen Show (16:9)</PresentationFormat>
  <Paragraphs>41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21" baseType="lpstr">
      <vt:lpstr>Lato Light</vt:lpstr>
      <vt:lpstr>Homemade Apple</vt:lpstr>
      <vt:lpstr>Poppins</vt:lpstr>
      <vt:lpstr>Aldrich</vt:lpstr>
      <vt:lpstr>Abril Fatface</vt:lpstr>
      <vt:lpstr>Barlow Condensed</vt:lpstr>
      <vt:lpstr>DM Sans</vt:lpstr>
      <vt:lpstr>Griffy</vt:lpstr>
      <vt:lpstr>Calibri</vt:lpstr>
      <vt:lpstr>Lexend Deca SemiBold</vt:lpstr>
      <vt:lpstr>Arial</vt:lpstr>
      <vt:lpstr>Lato</vt:lpstr>
      <vt:lpstr>Simple Light</vt:lpstr>
      <vt:lpstr>SlidesMania</vt:lpstr>
      <vt:lpstr>Measuring SNAP Policy Generosity Across the United States .</vt:lpstr>
      <vt:lpstr>Key Variables </vt:lpstr>
      <vt:lpstr>Measuring SNAP Generosity  </vt:lpstr>
      <vt:lpstr>Predicting Low/Moderate/High Classes  </vt:lpstr>
      <vt:lpstr>Generosity Is Continuous, Not Categorical</vt:lpstr>
      <vt:lpstr>What Exactly Predicts Snap Generosity? 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Aeon Levy</cp:lastModifiedBy>
  <cp:revision>1</cp:revision>
  <dcterms:modified xsi:type="dcterms:W3CDTF">2025-12-10T00:10:18Z</dcterms:modified>
</cp:coreProperties>
</file>